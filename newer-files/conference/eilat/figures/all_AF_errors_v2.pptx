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-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31818"/>
            <a:ext cx="10363200" cy="325863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16115"/>
            <a:ext cx="9144000" cy="225980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516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51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33478"/>
            <a:ext cx="10515600" cy="389345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263769"/>
            <a:ext cx="10515600" cy="204747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116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91640"/>
            <a:ext cx="5181600" cy="59387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91640"/>
            <a:ext cx="5181600" cy="59387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496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98330"/>
            <a:ext cx="10515600" cy="1809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94476"/>
            <a:ext cx="5157787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418964"/>
            <a:ext cx="5157787" cy="50287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94476"/>
            <a:ext cx="5183188" cy="11244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418964"/>
            <a:ext cx="5183188" cy="50287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248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81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689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47654"/>
            <a:ext cx="6172200" cy="66515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057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23993"/>
            <a:ext cx="3932237" cy="21839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47654"/>
            <a:ext cx="6172200" cy="66515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807970"/>
            <a:ext cx="3932237" cy="520211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503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508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98328"/>
            <a:ext cx="2628900" cy="79320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98328"/>
            <a:ext cx="7734300" cy="79320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96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98330"/>
            <a:ext cx="10515600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91640"/>
            <a:ext cx="10515600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18A6F-4F31-4477-94A5-6DD086D8BB48}" type="datetimeFigureOut">
              <a:rPr lang="en-IL" smtClean="0"/>
              <a:t>28/05/2022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675243"/>
            <a:ext cx="41148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675243"/>
            <a:ext cx="2743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B6B07-81C2-4B45-91AD-32A4B283FE3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234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BE0CB26-55EB-557C-7BB6-8E9DC9569902}"/>
              </a:ext>
            </a:extLst>
          </p:cNvPr>
          <p:cNvGrpSpPr/>
          <p:nvPr/>
        </p:nvGrpSpPr>
        <p:grpSpPr>
          <a:xfrm>
            <a:off x="592054" y="292023"/>
            <a:ext cx="4166324" cy="1470647"/>
            <a:chOff x="277967" y="293759"/>
            <a:chExt cx="4166324" cy="1470647"/>
          </a:xfrm>
        </p:grpSpPr>
        <p:pic>
          <p:nvPicPr>
            <p:cNvPr id="215" name="Picture 214" descr="A picture containing text, screenshot&#10;&#10;Description automatically generated">
              <a:extLst>
                <a:ext uri="{FF2B5EF4-FFF2-40B4-BE49-F238E27FC236}">
                  <a16:creationId xmlns:a16="http://schemas.microsoft.com/office/drawing/2014/main" id="{CB2F0C96-E859-CA0B-B77C-E5F5DEB2B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967" y="392803"/>
              <a:ext cx="1371603" cy="1371603"/>
            </a:xfrm>
            <a:prstGeom prst="rect">
              <a:avLst/>
            </a:prstGeom>
          </p:spPr>
        </p:pic>
        <p:pic>
          <p:nvPicPr>
            <p:cNvPr id="216" name="Picture 215" descr="A picture containing text, screenshot&#10;&#10;Description automatically generated">
              <a:extLst>
                <a:ext uri="{FF2B5EF4-FFF2-40B4-BE49-F238E27FC236}">
                  <a16:creationId xmlns:a16="http://schemas.microsoft.com/office/drawing/2014/main" id="{0E01AEAF-6A22-58B1-C4DB-A006FEA17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823" y="392803"/>
              <a:ext cx="1371603" cy="1371603"/>
            </a:xfrm>
            <a:prstGeom prst="rect">
              <a:avLst/>
            </a:prstGeom>
          </p:spPr>
        </p:pic>
        <p:pic>
          <p:nvPicPr>
            <p:cNvPr id="217" name="Picture 21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E17FD9FB-FEE1-3EB8-9F0D-B096FAE0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6163" y="392803"/>
              <a:ext cx="1371603" cy="1371603"/>
            </a:xfrm>
            <a:prstGeom prst="rect">
              <a:avLst/>
            </a:prstGeom>
          </p:spPr>
        </p:pic>
        <p:pic>
          <p:nvPicPr>
            <p:cNvPr id="218" name="Picture 21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14C8B96-0596-B032-2A69-6D2B8CC89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647" y="392803"/>
              <a:ext cx="1371603" cy="1371603"/>
            </a:xfrm>
            <a:prstGeom prst="rect">
              <a:avLst/>
            </a:prstGeom>
          </p:spPr>
        </p:pic>
        <p:pic>
          <p:nvPicPr>
            <p:cNvPr id="219" name="Picture 21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BF42B1CF-690F-0C65-E5BE-73DF5A823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2688" y="392803"/>
              <a:ext cx="1371603" cy="1371603"/>
            </a:xfrm>
            <a:prstGeom prst="rect">
              <a:avLst/>
            </a:prstGeom>
          </p:spPr>
        </p:pic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0D92F9A-B4D5-05E5-0ED0-716D1B3603EB}"/>
                </a:ext>
              </a:extLst>
            </p:cNvPr>
            <p:cNvGrpSpPr/>
            <p:nvPr/>
          </p:nvGrpSpPr>
          <p:grpSpPr>
            <a:xfrm>
              <a:off x="407842" y="293759"/>
              <a:ext cx="3522372" cy="1019572"/>
              <a:chOff x="2786131" y="2811577"/>
              <a:chExt cx="3522372" cy="1019572"/>
            </a:xfrm>
          </p:grpSpPr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93F1A72-234E-B21E-D46A-7F1FD6010B4C}"/>
                  </a:ext>
                </a:extLst>
              </p:cNvPr>
              <p:cNvSpPr txBox="1"/>
              <p:nvPr/>
            </p:nvSpPr>
            <p:spPr>
              <a:xfrm>
                <a:off x="6025167" y="2818017"/>
                <a:ext cx="279045" cy="25391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</a:t>
                </a:r>
                <a:endParaRPr lang="en-IL" sz="1050" dirty="0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E2EE6CA7-1C4F-B112-5014-3BF9F1832409}"/>
                  </a:ext>
                </a:extLst>
              </p:cNvPr>
              <p:cNvSpPr/>
              <p:nvPr/>
            </p:nvSpPr>
            <p:spPr>
              <a:xfrm>
                <a:off x="2811889" y="2820157"/>
                <a:ext cx="3496614" cy="10109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90577E5-AB40-9230-8287-6AA37FBC6E4E}"/>
                  </a:ext>
                </a:extLst>
              </p:cNvPr>
              <p:cNvCxnSpPr/>
              <p:nvPr/>
            </p:nvCxnSpPr>
            <p:spPr>
              <a:xfrm>
                <a:off x="2811889" y="3058414"/>
                <a:ext cx="349661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0DD10153-BA03-54E8-1730-0C4F0A7E4C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6666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E1694A2B-176E-99BC-440E-F4A908DF012E}"/>
                  </a:ext>
                </a:extLst>
              </p:cNvPr>
              <p:cNvSpPr txBox="1"/>
              <p:nvPr/>
            </p:nvSpPr>
            <p:spPr>
              <a:xfrm>
                <a:off x="2786131" y="2811577"/>
                <a:ext cx="32132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1                      2                    3                   4                   5</a:t>
                </a:r>
                <a:endParaRPr lang="en-IL" sz="1100" dirty="0"/>
              </a:p>
            </p:txBody>
          </p: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6950E522-65A6-5A64-6B50-9A0739B882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9107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0D17CDF8-90D7-1F9E-211F-B53D8E6360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7988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379BA513-FFF6-F3CF-251F-CC4661BE14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99647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3151B14-40D6-CB9F-FE51-48F12C362CE3}"/>
              </a:ext>
            </a:extLst>
          </p:cNvPr>
          <p:cNvGrpSpPr/>
          <p:nvPr/>
        </p:nvGrpSpPr>
        <p:grpSpPr>
          <a:xfrm>
            <a:off x="599038" y="1410639"/>
            <a:ext cx="3499301" cy="1470647"/>
            <a:chOff x="284943" y="1556205"/>
            <a:chExt cx="3499301" cy="1470647"/>
          </a:xfrm>
        </p:grpSpPr>
        <p:pic>
          <p:nvPicPr>
            <p:cNvPr id="230" name="Picture 229" descr="Square&#10;&#10;Description automatically generated">
              <a:extLst>
                <a:ext uri="{FF2B5EF4-FFF2-40B4-BE49-F238E27FC236}">
                  <a16:creationId xmlns:a16="http://schemas.microsoft.com/office/drawing/2014/main" id="{128582EF-9ACB-E237-A37E-5DA546F15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943" y="1655249"/>
              <a:ext cx="1371603" cy="1371603"/>
            </a:xfrm>
            <a:prstGeom prst="rect">
              <a:avLst/>
            </a:prstGeom>
          </p:spPr>
        </p:pic>
        <p:pic>
          <p:nvPicPr>
            <p:cNvPr id="231" name="Picture 230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7CA4AFAF-B4E8-9459-21FA-6CEDDABD2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043" y="1655249"/>
              <a:ext cx="1371603" cy="1371603"/>
            </a:xfrm>
            <a:prstGeom prst="rect">
              <a:avLst/>
            </a:prstGeom>
          </p:spPr>
        </p:pic>
        <p:pic>
          <p:nvPicPr>
            <p:cNvPr id="232" name="Picture 231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6C3E5811-E339-0218-06FB-94CB5186D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723" y="1655249"/>
              <a:ext cx="1371603" cy="1371603"/>
            </a:xfrm>
            <a:prstGeom prst="rect">
              <a:avLst/>
            </a:prstGeom>
          </p:spPr>
        </p:pic>
        <p:pic>
          <p:nvPicPr>
            <p:cNvPr id="233" name="Picture 232" descr="Shape, square&#10;&#10;Description automatically generated">
              <a:extLst>
                <a:ext uri="{FF2B5EF4-FFF2-40B4-BE49-F238E27FC236}">
                  <a16:creationId xmlns:a16="http://schemas.microsoft.com/office/drawing/2014/main" id="{9F9E4E2D-2F04-9B45-EE94-620D6E864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641" y="1655249"/>
              <a:ext cx="1371603" cy="1371603"/>
            </a:xfrm>
            <a:prstGeom prst="rect">
              <a:avLst/>
            </a:prstGeom>
          </p:spPr>
        </p:pic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A01E323A-8541-CCE1-61F1-8525721DAC65}"/>
                </a:ext>
              </a:extLst>
            </p:cNvPr>
            <p:cNvGrpSpPr/>
            <p:nvPr/>
          </p:nvGrpSpPr>
          <p:grpSpPr>
            <a:xfrm>
              <a:off x="407842" y="1556205"/>
              <a:ext cx="3213278" cy="857006"/>
              <a:chOff x="3305579" y="2574389"/>
              <a:chExt cx="3213278" cy="857006"/>
            </a:xfrm>
          </p:grpSpPr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4D304994-DAEA-D7A5-1448-5395AA8007FC}"/>
                  </a:ext>
                </a:extLst>
              </p:cNvPr>
              <p:cNvSpPr txBox="1"/>
              <p:nvPr/>
            </p:nvSpPr>
            <p:spPr>
              <a:xfrm>
                <a:off x="5874920" y="2580829"/>
                <a:ext cx="279045" cy="25391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2</a:t>
                </a:r>
                <a:endParaRPr lang="en-IL" sz="1050" dirty="0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115474CF-D314-8D75-4805-ED265B082370}"/>
                  </a:ext>
                </a:extLst>
              </p:cNvPr>
              <p:cNvSpPr/>
              <p:nvPr/>
            </p:nvSpPr>
            <p:spPr>
              <a:xfrm>
                <a:off x="3331337" y="2582969"/>
                <a:ext cx="2824776" cy="8484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3A987BC3-4E04-E07C-3408-46176D5DF65A}"/>
                  </a:ext>
                </a:extLst>
              </p:cNvPr>
              <p:cNvCxnSpPr/>
              <p:nvPr/>
            </p:nvCxnSpPr>
            <p:spPr>
              <a:xfrm>
                <a:off x="3338534" y="2821226"/>
                <a:ext cx="28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E362B744-0790-E1F7-C191-AB500DF4370B}"/>
                  </a:ext>
                </a:extLst>
              </p:cNvPr>
              <p:cNvSpPr txBox="1"/>
              <p:nvPr/>
            </p:nvSpPr>
            <p:spPr>
              <a:xfrm>
                <a:off x="3305579" y="2574389"/>
                <a:ext cx="32132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               </a:t>
                </a:r>
                <a:endParaRPr lang="en-IL" sz="1100" dirty="0"/>
              </a:p>
            </p:txBody>
          </p: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77904370-6044-CF71-A1BC-28E089986F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855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8A53423-B3C1-B87F-D76A-072DD1D393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7436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90C81489-6F24-DAE1-05C7-74DDFB9B60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909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F0F72594-51BE-E0D0-6971-94C3F05DD460}"/>
              </a:ext>
            </a:extLst>
          </p:cNvPr>
          <p:cNvGrpSpPr/>
          <p:nvPr/>
        </p:nvGrpSpPr>
        <p:grpSpPr>
          <a:xfrm>
            <a:off x="595154" y="2326952"/>
            <a:ext cx="2060035" cy="2461982"/>
            <a:chOff x="3816012" y="337435"/>
            <a:chExt cx="2060035" cy="2461983"/>
          </a:xfrm>
        </p:grpSpPr>
        <p:pic>
          <p:nvPicPr>
            <p:cNvPr id="243" name="Picture 242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2A5A11D7-BE5C-E16D-B420-54B129576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0153" y="441534"/>
              <a:ext cx="1371603" cy="1371603"/>
            </a:xfrm>
            <a:prstGeom prst="rect">
              <a:avLst/>
            </a:prstGeom>
          </p:spPr>
        </p:pic>
        <p:pic>
          <p:nvPicPr>
            <p:cNvPr id="244" name="Picture 24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6EB297F-B8C6-36B8-FA86-8EF6513F0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4444" y="441534"/>
              <a:ext cx="1371603" cy="1371603"/>
            </a:xfrm>
            <a:prstGeom prst="rect">
              <a:avLst/>
            </a:prstGeom>
          </p:spPr>
        </p:pic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3265AE9E-9F0B-7277-BE3F-597A042476D5}"/>
                </a:ext>
              </a:extLst>
            </p:cNvPr>
            <p:cNvSpPr txBox="1"/>
            <p:nvPr/>
          </p:nvSpPr>
          <p:spPr>
            <a:xfrm>
              <a:off x="3934796" y="337435"/>
              <a:ext cx="14067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1                   2</a:t>
              </a:r>
              <a:endParaRPr lang="en-IL" sz="1100" dirty="0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A5CA8E3-EDDC-55D9-BABB-BEBBD7CB7FF9}"/>
                </a:ext>
              </a:extLst>
            </p:cNvPr>
            <p:cNvSpPr txBox="1"/>
            <p:nvPr/>
          </p:nvSpPr>
          <p:spPr>
            <a:xfrm>
              <a:off x="5077557" y="34404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4</a:t>
              </a:r>
              <a:endParaRPr lang="en-IL" sz="1050" dirty="0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40256BCA-CCEF-9085-05ED-729B4D60DCF1}"/>
                </a:ext>
              </a:extLst>
            </p:cNvPr>
            <p:cNvSpPr/>
            <p:nvPr/>
          </p:nvSpPr>
          <p:spPr>
            <a:xfrm>
              <a:off x="3969965" y="346234"/>
              <a:ext cx="1371602" cy="18565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7D0463FF-405D-4F27-7F98-EB77DCAC2E8F}"/>
                </a:ext>
              </a:extLst>
            </p:cNvPr>
            <p:cNvCxnSpPr/>
            <p:nvPr/>
          </p:nvCxnSpPr>
          <p:spPr>
            <a:xfrm>
              <a:off x="3977162" y="578363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D2E7B91-E89C-DCA3-C536-4220AD33D1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7094" y="33743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0" name="Picture 24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FDD778D-0C21-1C96-C2AF-CA1DCDC83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6012" y="1427815"/>
              <a:ext cx="1371603" cy="1371603"/>
            </a:xfrm>
            <a:prstGeom prst="rect">
              <a:avLst/>
            </a:prstGeom>
          </p:spPr>
        </p:pic>
        <p:pic>
          <p:nvPicPr>
            <p:cNvPr id="251" name="Picture 250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F723CA0F-C9A8-AB92-0778-ECB6F42FE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4444" y="1427815"/>
              <a:ext cx="1371603" cy="1371603"/>
            </a:xfrm>
            <a:prstGeom prst="rect">
              <a:avLst/>
            </a:prstGeom>
          </p:spPr>
        </p:pic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0231437-7317-5741-BAAD-11F7D28F471F}"/>
                </a:ext>
              </a:extLst>
            </p:cNvPr>
            <p:cNvSpPr/>
            <p:nvPr/>
          </p:nvSpPr>
          <p:spPr>
            <a:xfrm>
              <a:off x="3973697" y="1323715"/>
              <a:ext cx="1367869" cy="879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EF45CDFC-E9F9-547C-0D3B-4F395BD5E6C5}"/>
                </a:ext>
              </a:extLst>
            </p:cNvPr>
            <p:cNvSpPr txBox="1"/>
            <p:nvPr/>
          </p:nvSpPr>
          <p:spPr>
            <a:xfrm>
              <a:off x="3864549" y="1323715"/>
              <a:ext cx="16654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  3                   4</a:t>
              </a:r>
              <a:endParaRPr lang="en-IL" sz="1100" dirty="0"/>
            </a:p>
          </p:txBody>
        </p: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46F64746-2411-E732-EFE3-FE45B20FBE58}"/>
                </a:ext>
              </a:extLst>
            </p:cNvPr>
            <p:cNvCxnSpPr>
              <a:cxnSpLocks/>
            </p:cNvCxnSpPr>
            <p:nvPr/>
          </p:nvCxnSpPr>
          <p:spPr>
            <a:xfrm>
              <a:off x="3964578" y="1564644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9DA1A9B-F81B-92A1-9A58-646A7E1817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7094" y="1323716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1A4C0C1-FF33-601D-187F-ACC45CBE45F1}"/>
              </a:ext>
            </a:extLst>
          </p:cNvPr>
          <p:cNvGrpSpPr/>
          <p:nvPr/>
        </p:nvGrpSpPr>
        <p:grpSpPr>
          <a:xfrm>
            <a:off x="2086556" y="298462"/>
            <a:ext cx="3445114" cy="3502083"/>
            <a:chOff x="4567165" y="647547"/>
            <a:chExt cx="3445114" cy="3502083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DA99C730-5BB6-CFE7-716A-50E56F0B3502}"/>
                </a:ext>
              </a:extLst>
            </p:cNvPr>
            <p:cNvSpPr txBox="1"/>
            <p:nvPr/>
          </p:nvSpPr>
          <p:spPr>
            <a:xfrm>
              <a:off x="7077480" y="660116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3</a:t>
              </a:r>
              <a:endParaRPr lang="en-IL" sz="1050" dirty="0"/>
            </a:p>
          </p:txBody>
        </p:sp>
        <p:pic>
          <p:nvPicPr>
            <p:cNvPr id="258" name="Picture 257" descr="Shape, square&#10;&#10;Description automatically generated">
              <a:extLst>
                <a:ext uri="{FF2B5EF4-FFF2-40B4-BE49-F238E27FC236}">
                  <a16:creationId xmlns:a16="http://schemas.microsoft.com/office/drawing/2014/main" id="{20B9BED4-358E-5AF4-DA49-7A72F624A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214" y="1828239"/>
              <a:ext cx="1371603" cy="1371603"/>
            </a:xfrm>
            <a:prstGeom prst="rect">
              <a:avLst/>
            </a:prstGeom>
          </p:spPr>
        </p:pic>
        <p:pic>
          <p:nvPicPr>
            <p:cNvPr id="259" name="Picture 258" descr="Shape, square&#10;&#10;Description automatically generated">
              <a:extLst>
                <a:ext uri="{FF2B5EF4-FFF2-40B4-BE49-F238E27FC236}">
                  <a16:creationId xmlns:a16="http://schemas.microsoft.com/office/drawing/2014/main" id="{F24006A0-3A63-E2B0-0A97-910DD8BC6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416" y="1828239"/>
              <a:ext cx="1371603" cy="1371603"/>
            </a:xfrm>
            <a:prstGeom prst="rect">
              <a:avLst/>
            </a:prstGeom>
          </p:spPr>
        </p:pic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A48720C9-4A02-1D66-ACFC-279F1730F6A9}"/>
                </a:ext>
              </a:extLst>
            </p:cNvPr>
            <p:cNvGrpSpPr/>
            <p:nvPr/>
          </p:nvGrpSpPr>
          <p:grpSpPr>
            <a:xfrm>
              <a:off x="4567165" y="2778027"/>
              <a:ext cx="3445114" cy="1371603"/>
              <a:chOff x="1798212" y="2355631"/>
              <a:chExt cx="3445114" cy="1371603"/>
            </a:xfrm>
          </p:grpSpPr>
          <p:pic>
            <p:nvPicPr>
              <p:cNvPr id="280" name="Picture 279" descr="Shape, square&#10;&#10;Description automatically generated">
                <a:extLst>
                  <a:ext uri="{FF2B5EF4-FFF2-40B4-BE49-F238E27FC236}">
                    <a16:creationId xmlns:a16="http://schemas.microsoft.com/office/drawing/2014/main" id="{56F1AB5F-2015-AAB9-A252-D80C57B60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8212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81" name="Picture 280" descr="Shape&#10;&#10;Description automatically generated with medium confidence">
                <a:extLst>
                  <a:ext uri="{FF2B5EF4-FFF2-40B4-BE49-F238E27FC236}">
                    <a16:creationId xmlns:a16="http://schemas.microsoft.com/office/drawing/2014/main" id="{EB3C79B8-F265-5819-1573-22084AC670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9144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82" name="Picture 281" descr="Shape,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4FA8618-1791-D52E-FCC5-969E7FA12C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4521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83" name="Picture 282" descr="Shape,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E50A52AD-3DE9-964E-F3A9-D68C2164E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71723" y="2355631"/>
                <a:ext cx="1371603" cy="1371603"/>
              </a:xfrm>
              <a:prstGeom prst="rect">
                <a:avLst/>
              </a:prstGeom>
            </p:spPr>
          </p:pic>
        </p:grpSp>
        <p:pic>
          <p:nvPicPr>
            <p:cNvPr id="261" name="Picture 260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22700333-2295-5E64-E978-4643E6E93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416" y="723629"/>
              <a:ext cx="1371603" cy="1371603"/>
            </a:xfrm>
            <a:prstGeom prst="rect">
              <a:avLst/>
            </a:prstGeom>
          </p:spPr>
        </p:pic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9C6EC5D-8411-B84A-A5D7-61BE74BE7518}"/>
                </a:ext>
              </a:extLst>
            </p:cNvPr>
            <p:cNvCxnSpPr>
              <a:cxnSpLocks/>
            </p:cNvCxnSpPr>
            <p:nvPr/>
          </p:nvCxnSpPr>
          <p:spPr>
            <a:xfrm>
              <a:off x="6788743" y="656782"/>
              <a:ext cx="55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F9E7408F-5B1F-40C5-DBC7-890145A16A97}"/>
                </a:ext>
              </a:extLst>
            </p:cNvPr>
            <p:cNvCxnSpPr>
              <a:cxnSpLocks/>
            </p:cNvCxnSpPr>
            <p:nvPr/>
          </p:nvCxnSpPr>
          <p:spPr>
            <a:xfrm>
              <a:off x="6795182" y="886454"/>
              <a:ext cx="55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C7460A59-B83E-DB4E-951A-FA981DB6F9F2}"/>
                </a:ext>
              </a:extLst>
            </p:cNvPr>
            <p:cNvCxnSpPr>
              <a:cxnSpLocks/>
            </p:cNvCxnSpPr>
            <p:nvPr/>
          </p:nvCxnSpPr>
          <p:spPr>
            <a:xfrm>
              <a:off x="4714169" y="2684012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51D2F38-0734-507E-D6BD-7DBC03B223EA}"/>
                </a:ext>
              </a:extLst>
            </p:cNvPr>
            <p:cNvCxnSpPr>
              <a:cxnSpLocks/>
            </p:cNvCxnSpPr>
            <p:nvPr/>
          </p:nvCxnSpPr>
          <p:spPr>
            <a:xfrm>
              <a:off x="4714169" y="290724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111743D4-FC02-4370-A27D-BE095FA0D28E}"/>
                </a:ext>
              </a:extLst>
            </p:cNvPr>
            <p:cNvCxnSpPr>
              <a:cxnSpLocks/>
            </p:cNvCxnSpPr>
            <p:nvPr/>
          </p:nvCxnSpPr>
          <p:spPr>
            <a:xfrm>
              <a:off x="6132468" y="1756282"/>
              <a:ext cx="0" cy="93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3CAD742-2F65-E655-0282-9B9215647D78}"/>
                </a:ext>
              </a:extLst>
            </p:cNvPr>
            <p:cNvSpPr txBox="1"/>
            <p:nvPr/>
          </p:nvSpPr>
          <p:spPr>
            <a:xfrm>
              <a:off x="6752566" y="647547"/>
              <a:ext cx="2583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</a:t>
              </a:r>
              <a:endParaRPr lang="en-IL" sz="1100" dirty="0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DC471C13-03D1-7A24-5182-9090CCED5E15}"/>
                </a:ext>
              </a:extLst>
            </p:cNvPr>
            <p:cNvSpPr txBox="1"/>
            <p:nvPr/>
          </p:nvSpPr>
          <p:spPr>
            <a:xfrm>
              <a:off x="6097685" y="1752258"/>
              <a:ext cx="119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2                   3</a:t>
              </a:r>
              <a:endParaRPr lang="en-IL" sz="1100" dirty="0"/>
            </a:p>
          </p:txBody>
        </p: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E52C0F92-5015-D7CD-2342-08EB8B6DE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439" y="2688310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4AC0E4F9-F859-6F34-326F-172F3A1B08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310" y="2686170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77CDADD0-D1E8-A3B4-2A24-4094119EF96F}"/>
                </a:ext>
              </a:extLst>
            </p:cNvPr>
            <p:cNvSpPr txBox="1"/>
            <p:nvPr/>
          </p:nvSpPr>
          <p:spPr>
            <a:xfrm>
              <a:off x="4701574" y="2674832"/>
              <a:ext cx="24807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4                   5                     6                   7</a:t>
              </a:r>
              <a:endParaRPr lang="en-IL" sz="1100" dirty="0"/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144D44EB-893E-1ADC-1C9C-176700037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8256" y="653135"/>
              <a:ext cx="0" cy="28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CCCD0957-C172-FCCA-3A81-DDD1D0532070}"/>
                </a:ext>
              </a:extLst>
            </p:cNvPr>
            <p:cNvCxnSpPr>
              <a:cxnSpLocks/>
            </p:cNvCxnSpPr>
            <p:nvPr/>
          </p:nvCxnSpPr>
          <p:spPr>
            <a:xfrm>
              <a:off x="4726002" y="2684538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B563EF21-07DC-5AC1-D4C3-E1C793AD7E1D}"/>
                </a:ext>
              </a:extLst>
            </p:cNvPr>
            <p:cNvCxnSpPr>
              <a:cxnSpLocks/>
            </p:cNvCxnSpPr>
            <p:nvPr/>
          </p:nvCxnSpPr>
          <p:spPr>
            <a:xfrm>
              <a:off x="4710256" y="349450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429D6DE9-D7AC-7F4E-BB21-A0A9FCFE120F}"/>
                </a:ext>
              </a:extLst>
            </p:cNvPr>
            <p:cNvGrpSpPr/>
            <p:nvPr/>
          </p:nvGrpSpPr>
          <p:grpSpPr>
            <a:xfrm>
              <a:off x="6133615" y="656782"/>
              <a:ext cx="1189602" cy="1352573"/>
              <a:chOff x="3365173" y="230323"/>
              <a:chExt cx="1189602" cy="1352573"/>
            </a:xfrm>
          </p:grpSpPr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D99D5445-8ADC-D8D2-61F4-423B948AD7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6775" y="1338856"/>
                <a:ext cx="11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CA0B110C-E911-7BD1-9159-FCF63E091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5173" y="1582896"/>
                <a:ext cx="11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7118F97F-6BAC-89DE-6CF9-81614F7DC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3245" y="230323"/>
                <a:ext cx="0" cy="133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02FDA4AF-DDA7-E2DB-A1F3-AED4F7B5F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6523" y="267559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1F98622-AAF5-9683-1564-E278423BC83E}"/>
              </a:ext>
            </a:extLst>
          </p:cNvPr>
          <p:cNvGrpSpPr/>
          <p:nvPr/>
        </p:nvGrpSpPr>
        <p:grpSpPr>
          <a:xfrm>
            <a:off x="2111720" y="3312888"/>
            <a:ext cx="3453553" cy="1499384"/>
            <a:chOff x="1804608" y="3232173"/>
            <a:chExt cx="3453553" cy="1499384"/>
          </a:xfrm>
        </p:grpSpPr>
        <p:pic>
          <p:nvPicPr>
            <p:cNvPr id="285" name="Picture 28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E2FEC5A-3A29-7660-9E88-C2F7F6D89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4608" y="3359954"/>
              <a:ext cx="1371603" cy="1371603"/>
            </a:xfrm>
            <a:prstGeom prst="rect">
              <a:avLst/>
            </a:prstGeom>
          </p:spPr>
        </p:pic>
        <p:pic>
          <p:nvPicPr>
            <p:cNvPr id="286" name="Picture 285" descr="Shape&#10;&#10;Description automatically generated">
              <a:extLst>
                <a:ext uri="{FF2B5EF4-FFF2-40B4-BE49-F238E27FC236}">
                  <a16:creationId xmlns:a16="http://schemas.microsoft.com/office/drawing/2014/main" id="{279C0D03-628E-02E4-50FB-2CCE1EA73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8675" y="3359954"/>
              <a:ext cx="1371603" cy="1371603"/>
            </a:xfrm>
            <a:prstGeom prst="rect">
              <a:avLst/>
            </a:prstGeom>
          </p:spPr>
        </p:pic>
        <p:pic>
          <p:nvPicPr>
            <p:cNvPr id="287" name="Picture 286" descr="Shape&#10;&#10;Description automatically generated">
              <a:extLst>
                <a:ext uri="{FF2B5EF4-FFF2-40B4-BE49-F238E27FC236}">
                  <a16:creationId xmlns:a16="http://schemas.microsoft.com/office/drawing/2014/main" id="{C966D7F6-CC35-9862-62C2-8EE89C330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4216" y="3359954"/>
              <a:ext cx="1371603" cy="1371603"/>
            </a:xfrm>
            <a:prstGeom prst="rect">
              <a:avLst/>
            </a:prstGeom>
          </p:spPr>
        </p:pic>
        <p:pic>
          <p:nvPicPr>
            <p:cNvPr id="288" name="Picture 28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1E6A02BB-D39C-528E-B536-BD6AF05E5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558" y="3359954"/>
              <a:ext cx="1371603" cy="1371603"/>
            </a:xfrm>
            <a:prstGeom prst="rect">
              <a:avLst/>
            </a:prstGeom>
          </p:spPr>
        </p:pic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22EBDE21-A23B-24A2-AADC-2395D3585BB3}"/>
                </a:ext>
              </a:extLst>
            </p:cNvPr>
            <p:cNvGrpSpPr/>
            <p:nvPr/>
          </p:nvGrpSpPr>
          <p:grpSpPr>
            <a:xfrm>
              <a:off x="1867209" y="3232173"/>
              <a:ext cx="3213278" cy="884664"/>
              <a:chOff x="3296168" y="2574389"/>
              <a:chExt cx="3213278" cy="862423"/>
            </a:xfrm>
          </p:grpSpPr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1201D335-DD2E-F9F0-F2CA-5FF203475C2F}"/>
                  </a:ext>
                </a:extLst>
              </p:cNvPr>
              <p:cNvSpPr txBox="1"/>
              <p:nvPr/>
            </p:nvSpPr>
            <p:spPr>
              <a:xfrm>
                <a:off x="3296168" y="2574389"/>
                <a:ext cx="3213278" cy="255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</a:t>
                </a:r>
                <a:endParaRPr lang="en-IL" sz="1100" dirty="0"/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9A038D84-C834-3FF9-6358-1E776A41FCDE}"/>
                  </a:ext>
                </a:extLst>
              </p:cNvPr>
              <p:cNvSpPr txBox="1"/>
              <p:nvPr/>
            </p:nvSpPr>
            <p:spPr>
              <a:xfrm>
                <a:off x="5764454" y="2580829"/>
                <a:ext cx="216000" cy="24753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5</a:t>
                </a:r>
                <a:endParaRPr lang="en-IL" sz="1050" dirty="0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8D97546-E145-7758-D0C7-B54E26DB4AA7}"/>
                  </a:ext>
                </a:extLst>
              </p:cNvPr>
              <p:cNvSpPr/>
              <p:nvPr/>
            </p:nvSpPr>
            <p:spPr>
              <a:xfrm>
                <a:off x="3331337" y="2576986"/>
                <a:ext cx="2663082" cy="8598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F56F93DC-EA03-A23D-A626-24F8C272669F}"/>
                  </a:ext>
                </a:extLst>
              </p:cNvPr>
              <p:cNvCxnSpPr/>
              <p:nvPr/>
            </p:nvCxnSpPr>
            <p:spPr>
              <a:xfrm>
                <a:off x="3338534" y="2821226"/>
                <a:ext cx="266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A4DC780F-E85D-BE4C-FA91-DBDE2B8359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855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FCECC4A5-63D0-612E-FD66-3E2DCDCC7A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7436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88E730B-71E1-EC10-4141-2462BFCDE6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909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2CA2386F-0DAA-5B66-D0BD-BBCEBE56CEB1}"/>
              </a:ext>
            </a:extLst>
          </p:cNvPr>
          <p:cNvGrpSpPr/>
          <p:nvPr/>
        </p:nvGrpSpPr>
        <p:grpSpPr>
          <a:xfrm>
            <a:off x="578886" y="4275332"/>
            <a:ext cx="4814851" cy="2582435"/>
            <a:chOff x="438051" y="969371"/>
            <a:chExt cx="4814851" cy="2582435"/>
          </a:xfrm>
        </p:grpSpPr>
        <p:pic>
          <p:nvPicPr>
            <p:cNvPr id="298" name="Picture 297" descr="Shape, square&#10;&#10;Description automatically generated">
              <a:extLst>
                <a:ext uri="{FF2B5EF4-FFF2-40B4-BE49-F238E27FC236}">
                  <a16:creationId xmlns:a16="http://schemas.microsoft.com/office/drawing/2014/main" id="{372146B1-1425-DD9F-3160-FFC5C3126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051" y="2180203"/>
              <a:ext cx="1371603" cy="1371603"/>
            </a:xfrm>
            <a:prstGeom prst="rect">
              <a:avLst/>
            </a:prstGeom>
          </p:spPr>
        </p:pic>
        <p:pic>
          <p:nvPicPr>
            <p:cNvPr id="299" name="Picture 298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9FDA357-5DBB-1E54-EF34-A6950EEEB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043" y="2180198"/>
              <a:ext cx="1371603" cy="1371603"/>
            </a:xfrm>
            <a:prstGeom prst="rect">
              <a:avLst/>
            </a:prstGeom>
          </p:spPr>
        </p:pic>
        <p:pic>
          <p:nvPicPr>
            <p:cNvPr id="300" name="Picture 299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A00A9C77-1076-FE0E-D1AC-DB0CE546E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7274" y="2171625"/>
              <a:ext cx="1371603" cy="1371603"/>
            </a:xfrm>
            <a:prstGeom prst="rect">
              <a:avLst/>
            </a:prstGeom>
          </p:spPr>
        </p:pic>
        <p:pic>
          <p:nvPicPr>
            <p:cNvPr id="301" name="Picture 30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E397342-2202-5AE6-05D8-A593B91C1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2372" y="2171625"/>
              <a:ext cx="1371603" cy="1371603"/>
            </a:xfrm>
            <a:prstGeom prst="rect">
              <a:avLst/>
            </a:prstGeom>
          </p:spPr>
        </p:pic>
        <p:pic>
          <p:nvPicPr>
            <p:cNvPr id="302" name="Picture 30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F8AD72B-638D-9C3A-992A-3D719BF8E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051" y="1061594"/>
              <a:ext cx="1371603" cy="1371603"/>
            </a:xfrm>
            <a:prstGeom prst="rect">
              <a:avLst/>
            </a:prstGeom>
          </p:spPr>
        </p:pic>
        <p:pic>
          <p:nvPicPr>
            <p:cNvPr id="303" name="Picture 30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F24DA9B-8031-56DC-B02B-2361B2C7C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1254" y="1061594"/>
              <a:ext cx="1371603" cy="1371603"/>
            </a:xfrm>
            <a:prstGeom prst="rect">
              <a:avLst/>
            </a:prstGeom>
          </p:spPr>
        </p:pic>
        <p:pic>
          <p:nvPicPr>
            <p:cNvPr id="304" name="Picture 303" descr="Square&#10;&#10;Description automatically generated with medium confidence">
              <a:extLst>
                <a:ext uri="{FF2B5EF4-FFF2-40B4-BE49-F238E27FC236}">
                  <a16:creationId xmlns:a16="http://schemas.microsoft.com/office/drawing/2014/main" id="{87BF2EDF-A8D7-AB8B-40EF-737D42C5E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520" y="1061594"/>
              <a:ext cx="1371603" cy="1371603"/>
            </a:xfrm>
            <a:prstGeom prst="rect">
              <a:avLst/>
            </a:prstGeom>
          </p:spPr>
        </p:pic>
        <p:pic>
          <p:nvPicPr>
            <p:cNvPr id="305" name="Picture 304" descr="Shape, square&#10;&#10;Description automatically generated">
              <a:extLst>
                <a:ext uri="{FF2B5EF4-FFF2-40B4-BE49-F238E27FC236}">
                  <a16:creationId xmlns:a16="http://schemas.microsoft.com/office/drawing/2014/main" id="{E9241260-2051-BB43-763D-04E1FC379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0861" y="1053923"/>
              <a:ext cx="1371603" cy="1371603"/>
            </a:xfrm>
            <a:prstGeom prst="rect">
              <a:avLst/>
            </a:prstGeom>
          </p:spPr>
        </p:pic>
        <p:pic>
          <p:nvPicPr>
            <p:cNvPr id="306" name="Picture 305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99F9B3EF-83EE-2892-D6AC-4A18126D4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4399" y="1061594"/>
              <a:ext cx="1371603" cy="1371603"/>
            </a:xfrm>
            <a:prstGeom prst="rect">
              <a:avLst/>
            </a:prstGeom>
          </p:spPr>
        </p:pic>
        <p:pic>
          <p:nvPicPr>
            <p:cNvPr id="307" name="Picture 30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AA539D8A-9266-51A8-4FB1-26E05350B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1299" y="1069265"/>
              <a:ext cx="1371603" cy="1371603"/>
            </a:xfrm>
            <a:prstGeom prst="rect">
              <a:avLst/>
            </a:prstGeom>
          </p:spPr>
        </p:pic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0D4BABC3-2A7D-C8F8-0E66-7360752750B4}"/>
                </a:ext>
              </a:extLst>
            </p:cNvPr>
            <p:cNvSpPr txBox="1"/>
            <p:nvPr/>
          </p:nvSpPr>
          <p:spPr>
            <a:xfrm>
              <a:off x="4482375" y="975809"/>
              <a:ext cx="254371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6</a:t>
              </a:r>
              <a:endParaRPr lang="en-IL" sz="1050" dirty="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24B17E3-99AD-1DE7-CD49-ED26D2951809}"/>
                </a:ext>
              </a:extLst>
            </p:cNvPr>
            <p:cNvSpPr/>
            <p:nvPr/>
          </p:nvSpPr>
          <p:spPr>
            <a:xfrm>
              <a:off x="600172" y="977949"/>
              <a:ext cx="4134574" cy="11100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D421CB6-EFE2-BF86-E6BA-3C236CE0A672}"/>
                </a:ext>
              </a:extLst>
            </p:cNvPr>
            <p:cNvCxnSpPr/>
            <p:nvPr/>
          </p:nvCxnSpPr>
          <p:spPr>
            <a:xfrm>
              <a:off x="600173" y="1216207"/>
              <a:ext cx="414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AB48E648-3EA6-ADF8-04F7-698F0B327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950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F929CD3-4E3E-8AF6-9E37-BFB0A97845B2}"/>
                </a:ext>
              </a:extLst>
            </p:cNvPr>
            <p:cNvSpPr txBox="1"/>
            <p:nvPr/>
          </p:nvSpPr>
          <p:spPr>
            <a:xfrm>
              <a:off x="574414" y="969371"/>
              <a:ext cx="39669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1                        2                   3                 4                   5                 6</a:t>
              </a:r>
              <a:endParaRPr lang="en-IL" sz="1100" dirty="0"/>
            </a:p>
          </p:txBody>
        </p: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E21158EA-093D-1358-C471-606BD9813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391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313FB5A1-C9BC-14B4-F392-120B0EDA4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9231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9EAD2F2A-3928-D9AF-22D5-C709829CD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1575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FBA2E6F-8923-DB53-5E8D-86AC0E55B43C}"/>
                </a:ext>
              </a:extLst>
            </p:cNvPr>
            <p:cNvSpPr txBox="1"/>
            <p:nvPr/>
          </p:nvSpPr>
          <p:spPr>
            <a:xfrm>
              <a:off x="565003" y="2079184"/>
              <a:ext cx="32132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7                        8                 9                10</a:t>
              </a:r>
              <a:endParaRPr lang="en-IL" sz="1100" dirty="0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C652E156-6D35-FF78-FEFF-4504C857F06D}"/>
                </a:ext>
              </a:extLst>
            </p:cNvPr>
            <p:cNvSpPr/>
            <p:nvPr/>
          </p:nvSpPr>
          <p:spPr>
            <a:xfrm>
              <a:off x="600173" y="2087985"/>
              <a:ext cx="2590856" cy="8703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98DF4516-5B6B-9F56-6FE7-A493AB016AA8}"/>
                </a:ext>
              </a:extLst>
            </p:cNvPr>
            <p:cNvCxnSpPr>
              <a:cxnSpLocks/>
            </p:cNvCxnSpPr>
            <p:nvPr/>
          </p:nvCxnSpPr>
          <p:spPr>
            <a:xfrm>
              <a:off x="607369" y="2332387"/>
              <a:ext cx="25805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1701B5B-A1D7-4022-8556-5523EE6C2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101" y="975279"/>
              <a:ext cx="0" cy="23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3EF2E2B8-324A-AF0A-813A-FA9CE56B3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9449" y="207918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7CC76876-8104-325C-D29D-E593CB9B9A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1574" y="207918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ED210921-4BCC-8B69-9A02-26B6B1CF7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030" y="2079184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F0B22F3-956D-C119-B26F-2A4A656DD5D4}"/>
              </a:ext>
            </a:extLst>
          </p:cNvPr>
          <p:cNvGrpSpPr/>
          <p:nvPr/>
        </p:nvGrpSpPr>
        <p:grpSpPr>
          <a:xfrm>
            <a:off x="585259" y="6365718"/>
            <a:ext cx="2030720" cy="2484485"/>
            <a:chOff x="1546788" y="2408838"/>
            <a:chExt cx="2030720" cy="2484485"/>
          </a:xfrm>
        </p:grpSpPr>
        <p:pic>
          <p:nvPicPr>
            <p:cNvPr id="324" name="Picture 3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DF412291-3049-84C9-7E1E-10029007D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7618" y="2525156"/>
              <a:ext cx="1371603" cy="1371603"/>
            </a:xfrm>
            <a:prstGeom prst="rect">
              <a:avLst/>
            </a:prstGeom>
          </p:spPr>
        </p:pic>
        <p:pic>
          <p:nvPicPr>
            <p:cNvPr id="325" name="Picture 32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B7B7111-C1E0-B374-B7BC-D3065AB71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788" y="3520914"/>
              <a:ext cx="1371603" cy="1371603"/>
            </a:xfrm>
            <a:prstGeom prst="rect">
              <a:avLst/>
            </a:prstGeom>
          </p:spPr>
        </p:pic>
        <p:pic>
          <p:nvPicPr>
            <p:cNvPr id="326" name="Picture 32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A5E857D-1B98-BA4E-8E42-E29C78FB4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5905" y="2525156"/>
              <a:ext cx="1371603" cy="1371603"/>
            </a:xfrm>
            <a:prstGeom prst="rect">
              <a:avLst/>
            </a:prstGeom>
          </p:spPr>
        </p:pic>
        <p:pic>
          <p:nvPicPr>
            <p:cNvPr id="327" name="Picture 326" descr="Square&#10;&#10;Description automatically generated with low confidence">
              <a:extLst>
                <a:ext uri="{FF2B5EF4-FFF2-40B4-BE49-F238E27FC236}">
                  <a16:creationId xmlns:a16="http://schemas.microsoft.com/office/drawing/2014/main" id="{ECA8DB6B-4927-C98B-6807-49C8CAC51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5905" y="3521720"/>
              <a:ext cx="1371603" cy="1371603"/>
            </a:xfrm>
            <a:prstGeom prst="rect">
              <a:avLst/>
            </a:prstGeom>
          </p:spPr>
        </p:pic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3884A233-8371-BD73-4F3D-60AD939FEC33}"/>
                </a:ext>
              </a:extLst>
            </p:cNvPr>
            <p:cNvSpPr txBox="1"/>
            <p:nvPr/>
          </p:nvSpPr>
          <p:spPr>
            <a:xfrm>
              <a:off x="1669281" y="2408838"/>
              <a:ext cx="14067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1                   2</a:t>
              </a:r>
              <a:endParaRPr lang="en-IL" sz="11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87AACB4-7808-92F2-7ACC-23ACB89FE9F6}"/>
                </a:ext>
              </a:extLst>
            </p:cNvPr>
            <p:cNvSpPr txBox="1"/>
            <p:nvPr/>
          </p:nvSpPr>
          <p:spPr>
            <a:xfrm>
              <a:off x="2812042" y="2415443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8</a:t>
              </a:r>
              <a:endParaRPr lang="en-IL" sz="1050" dirty="0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AF981636-BECE-D30F-2E43-A0F52E1D2776}"/>
                </a:ext>
              </a:extLst>
            </p:cNvPr>
            <p:cNvSpPr/>
            <p:nvPr/>
          </p:nvSpPr>
          <p:spPr>
            <a:xfrm>
              <a:off x="1704450" y="2417637"/>
              <a:ext cx="1371602" cy="18565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E406AC8B-E542-6A5F-BA4E-7C0D5A19F004}"/>
                </a:ext>
              </a:extLst>
            </p:cNvPr>
            <p:cNvCxnSpPr/>
            <p:nvPr/>
          </p:nvCxnSpPr>
          <p:spPr>
            <a:xfrm>
              <a:off x="1711647" y="2649766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D377C552-9259-E7DD-DF6A-62C4DDC3F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579" y="2408838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D8D38F03-34B3-2E18-140D-24D340FCE467}"/>
                </a:ext>
              </a:extLst>
            </p:cNvPr>
            <p:cNvSpPr/>
            <p:nvPr/>
          </p:nvSpPr>
          <p:spPr>
            <a:xfrm>
              <a:off x="1708182" y="3395118"/>
              <a:ext cx="1367869" cy="879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6299DE15-CB4D-0812-FE2A-91C639C3A5FA}"/>
                </a:ext>
              </a:extLst>
            </p:cNvPr>
            <p:cNvSpPr txBox="1"/>
            <p:nvPr/>
          </p:nvSpPr>
          <p:spPr>
            <a:xfrm>
              <a:off x="1599034" y="3395117"/>
              <a:ext cx="16654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  3                   4</a:t>
              </a:r>
              <a:endParaRPr lang="en-IL" sz="1100" dirty="0"/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61957978-1057-9306-88FF-807275C7A5E9}"/>
                </a:ext>
              </a:extLst>
            </p:cNvPr>
            <p:cNvCxnSpPr>
              <a:cxnSpLocks/>
            </p:cNvCxnSpPr>
            <p:nvPr/>
          </p:nvCxnSpPr>
          <p:spPr>
            <a:xfrm>
              <a:off x="1699063" y="3636047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CEB6F760-42CC-D045-3EFB-EF9BE57836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579" y="3395119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85F14222-36E5-8CBB-9D31-600BD27E9002}"/>
              </a:ext>
            </a:extLst>
          </p:cNvPr>
          <p:cNvGrpSpPr/>
          <p:nvPr/>
        </p:nvGrpSpPr>
        <p:grpSpPr>
          <a:xfrm>
            <a:off x="2107890" y="5439371"/>
            <a:ext cx="3401921" cy="2551526"/>
            <a:chOff x="219495" y="398092"/>
            <a:chExt cx="3401921" cy="2551526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078D8145-7363-D183-948D-577CB3E2C6B8}"/>
                </a:ext>
              </a:extLst>
            </p:cNvPr>
            <p:cNvGrpSpPr/>
            <p:nvPr/>
          </p:nvGrpSpPr>
          <p:grpSpPr>
            <a:xfrm>
              <a:off x="1575317" y="414994"/>
              <a:ext cx="1404000" cy="252000"/>
              <a:chOff x="3162652" y="1338856"/>
              <a:chExt cx="1369602" cy="244040"/>
            </a:xfrm>
          </p:grpSpPr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A3ACB991-F97B-277A-E8FA-3D760AC89F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4254" y="1338856"/>
                <a:ext cx="136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39250C1F-8A9F-422F-CFC8-A710DA2AEF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2652" y="1582896"/>
                <a:ext cx="136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39" name="Picture 338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5F60A228-3BFC-056D-2E49-515E062F5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95" y="1567016"/>
              <a:ext cx="1371603" cy="1371603"/>
            </a:xfrm>
            <a:prstGeom prst="rect">
              <a:avLst/>
            </a:prstGeom>
          </p:spPr>
        </p:pic>
        <p:pic>
          <p:nvPicPr>
            <p:cNvPr id="340" name="Picture 33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461D0A6-79FF-E765-3C46-4B4586DD1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028" y="518724"/>
              <a:ext cx="1371603" cy="1371603"/>
            </a:xfrm>
            <a:prstGeom prst="rect">
              <a:avLst/>
            </a:prstGeom>
          </p:spPr>
        </p:pic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DCE0181-B6A1-8140-8BBB-260E63BDBCA7}"/>
                </a:ext>
              </a:extLst>
            </p:cNvPr>
            <p:cNvSpPr txBox="1"/>
            <p:nvPr/>
          </p:nvSpPr>
          <p:spPr>
            <a:xfrm>
              <a:off x="2709276" y="41609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7</a:t>
              </a:r>
              <a:endParaRPr lang="en-IL" sz="1050" dirty="0"/>
            </a:p>
          </p:txBody>
        </p: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7D84676A-9E09-7FE1-AFD9-48EB5BBD0813}"/>
                </a:ext>
              </a:extLst>
            </p:cNvPr>
            <p:cNvCxnSpPr>
              <a:cxnSpLocks/>
            </p:cNvCxnSpPr>
            <p:nvPr/>
          </p:nvCxnSpPr>
          <p:spPr>
            <a:xfrm>
              <a:off x="1565041" y="409489"/>
              <a:ext cx="0" cy="10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4989AD82-C8A1-69B1-732B-04108655BD53}"/>
                </a:ext>
              </a:extLst>
            </p:cNvPr>
            <p:cNvSpPr txBox="1"/>
            <p:nvPr/>
          </p:nvSpPr>
          <p:spPr>
            <a:xfrm>
              <a:off x="1520521" y="398092"/>
              <a:ext cx="119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1                       2</a:t>
              </a:r>
              <a:endParaRPr lang="en-IL" sz="1100" dirty="0"/>
            </a:p>
          </p:txBody>
        </p: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61FEFE67-6DFD-5286-8B42-8F8A89DB8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4012" y="150107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D3AEE86D-F105-3738-24FA-2F39F7085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404" y="149893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B120A7F3-D9B7-4DDD-763E-107CCE29A44F}"/>
                </a:ext>
              </a:extLst>
            </p:cNvPr>
            <p:cNvCxnSpPr>
              <a:cxnSpLocks/>
            </p:cNvCxnSpPr>
            <p:nvPr/>
          </p:nvCxnSpPr>
          <p:spPr>
            <a:xfrm>
              <a:off x="361096" y="1497307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2E45A0D3-E60A-C954-6385-3F974505D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617" y="1488368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" name="Picture 347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BAB00DE2-60E1-027D-D112-76208BEC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1957" y="522075"/>
              <a:ext cx="1371603" cy="1371603"/>
            </a:xfrm>
            <a:prstGeom prst="rect">
              <a:avLst/>
            </a:prstGeom>
          </p:spPr>
        </p:pic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E5FCCC1-2F46-CB90-DA48-75827E05D408}"/>
                </a:ext>
              </a:extLst>
            </p:cNvPr>
            <p:cNvCxnSpPr>
              <a:cxnSpLocks/>
            </p:cNvCxnSpPr>
            <p:nvPr/>
          </p:nvCxnSpPr>
          <p:spPr>
            <a:xfrm>
              <a:off x="349263" y="1720010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7EBA1D3-FBA7-F3AE-F9DA-B2E3E9B2252F}"/>
                </a:ext>
              </a:extLst>
            </p:cNvPr>
            <p:cNvCxnSpPr>
              <a:cxnSpLocks/>
            </p:cNvCxnSpPr>
            <p:nvPr/>
          </p:nvCxnSpPr>
          <p:spPr>
            <a:xfrm>
              <a:off x="349263" y="149678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1" name="Picture 350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B1E1FF06-A9DB-844A-8352-AEFC62670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515" y="1571313"/>
              <a:ext cx="1371603" cy="1371603"/>
            </a:xfrm>
            <a:prstGeom prst="rect">
              <a:avLst/>
            </a:prstGeom>
          </p:spPr>
        </p:pic>
        <p:pic>
          <p:nvPicPr>
            <p:cNvPr id="352" name="Picture 351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115C9B92-F793-10B9-6E5A-943555E7E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15" y="1574664"/>
              <a:ext cx="1371603" cy="1371603"/>
            </a:xfrm>
            <a:prstGeom prst="rect">
              <a:avLst/>
            </a:prstGeom>
          </p:spPr>
        </p:pic>
        <p:pic>
          <p:nvPicPr>
            <p:cNvPr id="353" name="Picture 352" descr="Shape, square&#10;&#10;Description automatically generated with medium confidence">
              <a:extLst>
                <a:ext uri="{FF2B5EF4-FFF2-40B4-BE49-F238E27FC236}">
                  <a16:creationId xmlns:a16="http://schemas.microsoft.com/office/drawing/2014/main" id="{8493112F-F676-2E81-06C2-E94DED5AD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9813" y="1578015"/>
              <a:ext cx="1371603" cy="1371603"/>
            </a:xfrm>
            <a:prstGeom prst="rect">
              <a:avLst/>
            </a:prstGeom>
          </p:spPr>
        </p:pic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161221BD-BDFC-F4FB-ADB2-C28C5EEEDDB7}"/>
                </a:ext>
              </a:extLst>
            </p:cNvPr>
            <p:cNvCxnSpPr>
              <a:cxnSpLocks/>
            </p:cNvCxnSpPr>
            <p:nvPr/>
          </p:nvCxnSpPr>
          <p:spPr>
            <a:xfrm>
              <a:off x="345350" y="2307270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FB2ADE55-62D5-1CD7-2FF8-C2165096C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3350" y="423263"/>
              <a:ext cx="0" cy="18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E5979C56-BE0A-05BA-40F1-888BD3F52779}"/>
                </a:ext>
              </a:extLst>
            </p:cNvPr>
            <p:cNvSpPr txBox="1"/>
            <p:nvPr/>
          </p:nvSpPr>
          <p:spPr>
            <a:xfrm>
              <a:off x="321407" y="1488368"/>
              <a:ext cx="24807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3                    4                     5                 6</a:t>
              </a:r>
              <a:endParaRPr lang="en-IL" sz="1100" dirty="0"/>
            </a:p>
          </p:txBody>
        </p: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7B3DFC06-8387-E97B-03E2-8F53D027B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16" y="149893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E76AE42D-6B14-DF47-4DB6-593419A5C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16" y="428911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FA42B666-0BA1-0108-F161-12225A3571FB}"/>
              </a:ext>
            </a:extLst>
          </p:cNvPr>
          <p:cNvGrpSpPr/>
          <p:nvPr/>
        </p:nvGrpSpPr>
        <p:grpSpPr>
          <a:xfrm>
            <a:off x="2086557" y="7416671"/>
            <a:ext cx="3396515" cy="2305891"/>
            <a:chOff x="3041390" y="6611534"/>
            <a:chExt cx="3396515" cy="2305891"/>
          </a:xfrm>
        </p:grpSpPr>
        <p:pic>
          <p:nvPicPr>
            <p:cNvPr id="362" name="Picture 36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C03EEDD-8BCA-E927-45F0-3F9F83F84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390" y="6688038"/>
              <a:ext cx="1371603" cy="1371603"/>
            </a:xfrm>
            <a:prstGeom prst="rect">
              <a:avLst/>
            </a:prstGeom>
          </p:spPr>
        </p:pic>
        <p:pic>
          <p:nvPicPr>
            <p:cNvPr id="363" name="Picture 362">
              <a:extLst>
                <a:ext uri="{FF2B5EF4-FFF2-40B4-BE49-F238E27FC236}">
                  <a16:creationId xmlns:a16="http://schemas.microsoft.com/office/drawing/2014/main" id="{DAFA0E80-1428-7801-C635-7385032D5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1947" y="6688038"/>
              <a:ext cx="1371603" cy="1371603"/>
            </a:xfrm>
            <a:prstGeom prst="rect">
              <a:avLst/>
            </a:prstGeom>
          </p:spPr>
        </p:pic>
        <p:pic>
          <p:nvPicPr>
            <p:cNvPr id="364" name="Picture 363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AB9EF8EE-C641-99A2-783B-21444192D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566" y="6688038"/>
              <a:ext cx="1371603" cy="1371603"/>
            </a:xfrm>
            <a:prstGeom prst="rect">
              <a:avLst/>
            </a:prstGeom>
          </p:spPr>
        </p:pic>
        <p:pic>
          <p:nvPicPr>
            <p:cNvPr id="365" name="Picture 364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37FA3AB7-C03F-C1D9-F900-7EB234B68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566" y="7545822"/>
              <a:ext cx="1371603" cy="1371603"/>
            </a:xfrm>
            <a:prstGeom prst="rect">
              <a:avLst/>
            </a:prstGeom>
          </p:spPr>
        </p:pic>
        <p:pic>
          <p:nvPicPr>
            <p:cNvPr id="366" name="Picture 36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CE25082-E999-A0A6-B893-616FE5F37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6302" y="6688038"/>
              <a:ext cx="1371603" cy="1371603"/>
            </a:xfrm>
            <a:prstGeom prst="rect">
              <a:avLst/>
            </a:prstGeom>
          </p:spPr>
        </p:pic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12172527-BE2C-DB96-02E7-BC6AB8BA833B}"/>
                </a:ext>
              </a:extLst>
            </p:cNvPr>
            <p:cNvCxnSpPr>
              <a:cxnSpLocks/>
            </p:cNvCxnSpPr>
            <p:nvPr/>
          </p:nvCxnSpPr>
          <p:spPr>
            <a:xfrm>
              <a:off x="4420695" y="7697247"/>
              <a:ext cx="14023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4F2BDD02-F886-20A3-B04E-9CACE7856875}"/>
                </a:ext>
              </a:extLst>
            </p:cNvPr>
            <p:cNvSpPr txBox="1"/>
            <p:nvPr/>
          </p:nvSpPr>
          <p:spPr>
            <a:xfrm>
              <a:off x="5533718" y="662652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9</a:t>
              </a:r>
              <a:endParaRPr lang="en-IL" sz="1050" dirty="0"/>
            </a:p>
          </p:txBody>
        </p: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662770CC-A4BD-B356-DCF5-8D601FC3A62D}"/>
                </a:ext>
              </a:extLst>
            </p:cNvPr>
            <p:cNvCxnSpPr>
              <a:cxnSpLocks/>
            </p:cNvCxnSpPr>
            <p:nvPr/>
          </p:nvCxnSpPr>
          <p:spPr>
            <a:xfrm>
              <a:off x="4408778" y="7416687"/>
              <a:ext cx="0" cy="86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5CE197F8-9875-7B84-A767-8873B41AB0DB}"/>
                </a:ext>
              </a:extLst>
            </p:cNvPr>
            <p:cNvSpPr txBox="1"/>
            <p:nvPr/>
          </p:nvSpPr>
          <p:spPr>
            <a:xfrm>
              <a:off x="3154759" y="6611535"/>
              <a:ext cx="2748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1                    2              3                   4</a:t>
              </a:r>
              <a:endParaRPr lang="en-IL" sz="1100" dirty="0"/>
            </a:p>
          </p:txBody>
        </p: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89141DBE-15A8-58BD-CEFC-D09C0680E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749" y="6624245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BB00DF90-0007-7733-915D-924956477915}"/>
                </a:ext>
              </a:extLst>
            </p:cNvPr>
            <p:cNvCxnSpPr>
              <a:cxnSpLocks/>
            </p:cNvCxnSpPr>
            <p:nvPr/>
          </p:nvCxnSpPr>
          <p:spPr>
            <a:xfrm>
              <a:off x="3204833" y="6620473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DF5ED223-6DBC-C1E3-6A6E-481205301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5354" y="6611534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4D5C0CB7-E287-851A-EDC0-CA6FB1031D87}"/>
                </a:ext>
              </a:extLst>
            </p:cNvPr>
            <p:cNvCxnSpPr>
              <a:cxnSpLocks/>
            </p:cNvCxnSpPr>
            <p:nvPr/>
          </p:nvCxnSpPr>
          <p:spPr>
            <a:xfrm>
              <a:off x="3193000" y="6843176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953A9A6E-C888-2BE2-7476-FE19959A7157}"/>
                </a:ext>
              </a:extLst>
            </p:cNvPr>
            <p:cNvCxnSpPr>
              <a:cxnSpLocks/>
            </p:cNvCxnSpPr>
            <p:nvPr/>
          </p:nvCxnSpPr>
          <p:spPr>
            <a:xfrm>
              <a:off x="3193000" y="6619947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E4B1C48E-5D81-673D-021F-AF0A13B6AF88}"/>
                </a:ext>
              </a:extLst>
            </p:cNvPr>
            <p:cNvCxnSpPr>
              <a:cxnSpLocks/>
            </p:cNvCxnSpPr>
            <p:nvPr/>
          </p:nvCxnSpPr>
          <p:spPr>
            <a:xfrm>
              <a:off x="3189087" y="7430436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4CB5B08B-1B74-2660-CEE3-BE282179AE21}"/>
                </a:ext>
              </a:extLst>
            </p:cNvPr>
            <p:cNvSpPr txBox="1"/>
            <p:nvPr/>
          </p:nvSpPr>
          <p:spPr>
            <a:xfrm>
              <a:off x="4359427" y="7442212"/>
              <a:ext cx="11107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5                    6</a:t>
              </a:r>
              <a:endParaRPr lang="en-IL" sz="1100" dirty="0"/>
            </a:p>
          </p:txBody>
        </p: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EE68BB54-DD19-C84A-556F-CACF0FECBD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6302" y="7450584"/>
              <a:ext cx="0" cy="25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A4CBB1A1-83A9-E9A4-640B-3D46C2757F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6302" y="661989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0" name="Picture 379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DC81997B-C217-BF3B-118A-0754825FE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6302" y="7545822"/>
              <a:ext cx="1371603" cy="1371603"/>
            </a:xfrm>
            <a:prstGeom prst="rect">
              <a:avLst/>
            </a:prstGeom>
          </p:spPr>
        </p:pic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5D2500F5-FE22-D438-35F2-5F2DEF4CC8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087" y="6632663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7B261149-EF3E-9A73-512B-374B9399F625}"/>
                </a:ext>
              </a:extLst>
            </p:cNvPr>
            <p:cNvCxnSpPr>
              <a:cxnSpLocks/>
            </p:cNvCxnSpPr>
            <p:nvPr/>
          </p:nvCxnSpPr>
          <p:spPr>
            <a:xfrm>
              <a:off x="4392371" y="8280687"/>
              <a:ext cx="144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9176F622-FE1D-52C7-8CB9-1622FB467977}"/>
              </a:ext>
            </a:extLst>
          </p:cNvPr>
          <p:cNvGrpSpPr/>
          <p:nvPr/>
        </p:nvGrpSpPr>
        <p:grpSpPr>
          <a:xfrm>
            <a:off x="4770365" y="304015"/>
            <a:ext cx="1541980" cy="1417195"/>
            <a:chOff x="1553127" y="9356820"/>
            <a:chExt cx="1541980" cy="1417195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29089DD8-E000-6292-6244-E245875F948D}"/>
                </a:ext>
              </a:extLst>
            </p:cNvPr>
            <p:cNvSpPr txBox="1"/>
            <p:nvPr/>
          </p:nvSpPr>
          <p:spPr>
            <a:xfrm>
              <a:off x="2728186" y="9366991"/>
              <a:ext cx="366921" cy="198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10</a:t>
              </a:r>
              <a:endParaRPr lang="en-IL" sz="1050" dirty="0"/>
            </a:p>
          </p:txBody>
        </p:sp>
        <p:pic>
          <p:nvPicPr>
            <p:cNvPr id="385" name="Picture 384">
              <a:extLst>
                <a:ext uri="{FF2B5EF4-FFF2-40B4-BE49-F238E27FC236}">
                  <a16:creationId xmlns:a16="http://schemas.microsoft.com/office/drawing/2014/main" id="{8BEEAD97-CBF1-99BA-11E2-5278FDACB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3127" y="9402412"/>
              <a:ext cx="1371603" cy="1371603"/>
            </a:xfrm>
            <a:prstGeom prst="rect">
              <a:avLst/>
            </a:prstGeom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8E7B266E-77A6-A0CF-9A0C-6149389866B3}"/>
                </a:ext>
              </a:extLst>
            </p:cNvPr>
            <p:cNvCxnSpPr/>
            <p:nvPr/>
          </p:nvCxnSpPr>
          <p:spPr>
            <a:xfrm flipV="1">
              <a:off x="1715241" y="9565165"/>
              <a:ext cx="1369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2EB87F03-B7D0-AE35-CB43-E949C8F7B7E9}"/>
                </a:ext>
              </a:extLst>
            </p:cNvPr>
            <p:cNvSpPr/>
            <p:nvPr/>
          </p:nvSpPr>
          <p:spPr>
            <a:xfrm>
              <a:off x="1718836" y="9356820"/>
              <a:ext cx="1376271" cy="12539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4F01F48C-8519-6691-A4B9-407230DBAAA2}"/>
              </a:ext>
            </a:extLst>
          </p:cNvPr>
          <p:cNvGrpSpPr/>
          <p:nvPr/>
        </p:nvGrpSpPr>
        <p:grpSpPr>
          <a:xfrm>
            <a:off x="4757279" y="1671221"/>
            <a:ext cx="1555064" cy="1416838"/>
            <a:chOff x="1540043" y="9356821"/>
            <a:chExt cx="1555064" cy="1416838"/>
          </a:xfrm>
        </p:grpSpPr>
        <p:pic>
          <p:nvPicPr>
            <p:cNvPr id="389" name="Picture 38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9CE7538-749B-4863-4C70-132531A6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0043" y="9402056"/>
              <a:ext cx="1371603" cy="1371603"/>
            </a:xfrm>
            <a:prstGeom prst="rect">
              <a:avLst/>
            </a:prstGeom>
          </p:spPr>
        </p:pic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C4F38069-4EF1-9E67-C356-57D6F70F838A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7A7862F0-C7F7-9260-366E-F58840BD4C83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11</a:t>
                </a:r>
                <a:endParaRPr lang="en-IL" sz="1050" dirty="0"/>
              </a:p>
            </p:txBody>
          </p: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528ED3D-41E9-57A7-3316-014EB4310219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7F795FCF-BB9A-2CE4-DAEA-9BDC1B56BB17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539A33E1-2131-9D5D-733E-CDFF21FC0BB4}"/>
              </a:ext>
            </a:extLst>
          </p:cNvPr>
          <p:cNvGrpSpPr/>
          <p:nvPr/>
        </p:nvGrpSpPr>
        <p:grpSpPr>
          <a:xfrm>
            <a:off x="4779421" y="2814743"/>
            <a:ext cx="1542790" cy="1426961"/>
            <a:chOff x="1552317" y="9356821"/>
            <a:chExt cx="1542790" cy="1426961"/>
          </a:xfrm>
        </p:grpSpPr>
        <p:pic>
          <p:nvPicPr>
            <p:cNvPr id="395" name="Picture 39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6136B82-4CBD-BA4D-CB00-5C575E0D3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317" y="9412179"/>
              <a:ext cx="1371603" cy="1371603"/>
            </a:xfrm>
            <a:prstGeom prst="rect">
              <a:avLst/>
            </a:prstGeom>
          </p:spPr>
        </p:pic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91AD9D94-08F9-7C5B-6569-C5A69A3CEAF4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6F10FEE7-EFA7-41B8-6A6A-B29A483576FD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12</a:t>
                </a:r>
                <a:endParaRPr lang="en-IL" sz="1050" dirty="0"/>
              </a:p>
            </p:txBody>
          </p: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49C233D6-4A86-A61F-3EFE-438F695530B9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A11F632C-3834-B98E-7928-E48E5222B455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7FBB5D11-8D3D-F30F-B8A9-E92B614AC99E}"/>
              </a:ext>
            </a:extLst>
          </p:cNvPr>
          <p:cNvGrpSpPr/>
          <p:nvPr/>
        </p:nvGrpSpPr>
        <p:grpSpPr>
          <a:xfrm>
            <a:off x="4793762" y="3919446"/>
            <a:ext cx="1536653" cy="1433098"/>
            <a:chOff x="1558454" y="9356821"/>
            <a:chExt cx="1536653" cy="1433098"/>
          </a:xfrm>
        </p:grpSpPr>
        <p:pic>
          <p:nvPicPr>
            <p:cNvPr id="401" name="Picture 40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13BA0E77-5409-4872-26B5-AFCB01526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8454" y="9418316"/>
              <a:ext cx="1371603" cy="1371603"/>
            </a:xfrm>
            <a:prstGeom prst="rect">
              <a:avLst/>
            </a:prstGeom>
          </p:spPr>
        </p:pic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9852B3C4-8769-D077-ED9E-096FC26F054A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40F088B0-2CFB-1639-E7B6-5EB9323721EE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13</a:t>
                </a:r>
                <a:endParaRPr lang="en-IL" sz="1050" dirty="0"/>
              </a:p>
            </p:txBody>
          </p: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E0FAE633-4361-B92D-0A1F-C33FEB8BE37C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FFC487C9-568F-FAA8-6F67-70C9F144B4B1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2CA2315-435C-3A65-22E8-39232CAF85EC}"/>
              </a:ext>
            </a:extLst>
          </p:cNvPr>
          <p:cNvGrpSpPr/>
          <p:nvPr/>
        </p:nvGrpSpPr>
        <p:grpSpPr>
          <a:xfrm>
            <a:off x="4801659" y="5013850"/>
            <a:ext cx="1531988" cy="1426067"/>
            <a:chOff x="3716153" y="9330502"/>
            <a:chExt cx="1531988" cy="1426067"/>
          </a:xfrm>
        </p:grpSpPr>
        <p:pic>
          <p:nvPicPr>
            <p:cNvPr id="407" name="Picture 40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11F262B-DBA4-3383-23E3-E2F3BCC59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6153" y="9384966"/>
              <a:ext cx="1371603" cy="1371603"/>
            </a:xfrm>
            <a:prstGeom prst="rect">
              <a:avLst/>
            </a:prstGeom>
          </p:spPr>
        </p:pic>
        <p:grpSp>
          <p:nvGrpSpPr>
            <p:cNvPr id="408" name="Group 407">
              <a:extLst>
                <a:ext uri="{FF2B5EF4-FFF2-40B4-BE49-F238E27FC236}">
                  <a16:creationId xmlns:a16="http://schemas.microsoft.com/office/drawing/2014/main" id="{5CBDEE4A-5AC7-6823-02B6-4B4F9094AB56}"/>
                </a:ext>
              </a:extLst>
            </p:cNvPr>
            <p:cNvGrpSpPr/>
            <p:nvPr/>
          </p:nvGrpSpPr>
          <p:grpSpPr>
            <a:xfrm>
              <a:off x="3868275" y="9330502"/>
              <a:ext cx="1379866" cy="1020698"/>
              <a:chOff x="1715241" y="9356821"/>
              <a:chExt cx="1379866" cy="1020698"/>
            </a:xfrm>
          </p:grpSpPr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500ABFF3-35DD-C065-6D02-B214D6E5EF61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14</a:t>
                </a:r>
                <a:endParaRPr lang="en-IL" sz="1050" dirty="0"/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9500E6EB-91C7-89E1-653D-45D3C2C05EF8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11DF9300-4F39-C49E-73AF-E952783C9161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66D16CE-DE6F-705B-314F-55CECF820D2C}"/>
              </a:ext>
            </a:extLst>
          </p:cNvPr>
          <p:cNvGrpSpPr/>
          <p:nvPr/>
        </p:nvGrpSpPr>
        <p:grpSpPr>
          <a:xfrm>
            <a:off x="4798160" y="6108404"/>
            <a:ext cx="1527976" cy="1429062"/>
            <a:chOff x="5899470" y="9366992"/>
            <a:chExt cx="1527977" cy="1429063"/>
          </a:xfrm>
        </p:grpSpPr>
        <p:pic>
          <p:nvPicPr>
            <p:cNvPr id="413" name="Picture 4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87B2A420-69D9-6433-2B9B-B270BDFAF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9470" y="9424452"/>
              <a:ext cx="1371603" cy="1371603"/>
            </a:xfrm>
            <a:prstGeom prst="rect">
              <a:avLst/>
            </a:prstGeom>
          </p:spPr>
        </p:pic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6436B2AF-391B-CF22-0BD6-9807209E2169}"/>
                </a:ext>
              </a:extLst>
            </p:cNvPr>
            <p:cNvGrpSpPr/>
            <p:nvPr/>
          </p:nvGrpSpPr>
          <p:grpSpPr>
            <a:xfrm>
              <a:off x="6047581" y="9366992"/>
              <a:ext cx="1379866" cy="1020698"/>
              <a:chOff x="1715241" y="9356821"/>
              <a:chExt cx="1379866" cy="1020698"/>
            </a:xfrm>
          </p:grpSpPr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4F0ACA2A-7E87-E590-5006-0F00BE0AA5C6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15</a:t>
                </a:r>
                <a:endParaRPr lang="en-IL" sz="1050" dirty="0"/>
              </a:p>
            </p:txBody>
          </p: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08FC8CDF-E498-478E-170D-A0B4B43158C5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CF6F1078-B79E-1B90-C047-D173AC215B9D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B3BA3D1B-7C93-D887-B3C6-18D06E5046EC}"/>
              </a:ext>
            </a:extLst>
          </p:cNvPr>
          <p:cNvGrpSpPr/>
          <p:nvPr/>
        </p:nvGrpSpPr>
        <p:grpSpPr>
          <a:xfrm>
            <a:off x="4793858" y="7204826"/>
            <a:ext cx="1530516" cy="1506656"/>
            <a:chOff x="2760996" y="7624878"/>
            <a:chExt cx="1530516" cy="1506656"/>
          </a:xfrm>
        </p:grpSpPr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544C8AFD-CA7D-2A70-3660-201757479F9E}"/>
                </a:ext>
              </a:extLst>
            </p:cNvPr>
            <p:cNvGrpSpPr/>
            <p:nvPr/>
          </p:nvGrpSpPr>
          <p:grpSpPr>
            <a:xfrm>
              <a:off x="2911646" y="7624878"/>
              <a:ext cx="1379866" cy="1371603"/>
              <a:chOff x="1715241" y="9356821"/>
              <a:chExt cx="1379866" cy="1020698"/>
            </a:xfrm>
          </p:grpSpPr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2503FDD2-1C2F-D8AC-C5B3-8AC53282FD82}"/>
                  </a:ext>
                </a:extLst>
              </p:cNvPr>
              <p:cNvSpPr txBox="1"/>
              <p:nvPr/>
            </p:nvSpPr>
            <p:spPr>
              <a:xfrm>
                <a:off x="2728186" y="9366992"/>
                <a:ext cx="366921" cy="18895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16</a:t>
                </a:r>
              </a:p>
            </p:txBody>
          </p: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04FE3004-4D59-59D6-F9E4-712E183D4825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D84A93FE-1FFA-862C-956D-1A43D47DB583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pic>
          <p:nvPicPr>
            <p:cNvPr id="420" name="Picture 4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406F7C1-B7C0-9977-8572-E081C213D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0996" y="7759931"/>
              <a:ext cx="1371603" cy="137160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A6FC186-2E01-AB59-2B77-858C8FE8461C}"/>
              </a:ext>
            </a:extLst>
          </p:cNvPr>
          <p:cNvGrpSpPr/>
          <p:nvPr/>
        </p:nvGrpSpPr>
        <p:grpSpPr>
          <a:xfrm>
            <a:off x="720483" y="8637125"/>
            <a:ext cx="1805858" cy="509024"/>
            <a:chOff x="7822178" y="4790355"/>
            <a:chExt cx="1805858" cy="5090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110494-0303-765A-F387-F66A2BB97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9"/>
            <a:srcRect r="48716"/>
            <a:stretch/>
          </p:blipFill>
          <p:spPr>
            <a:xfrm rot="5400000">
              <a:off x="8583915" y="4028618"/>
              <a:ext cx="219844" cy="174331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B37B49-BECD-1D0E-5649-6BECEDCC6DD5}"/>
                </a:ext>
              </a:extLst>
            </p:cNvPr>
            <p:cNvSpPr txBox="1"/>
            <p:nvPr/>
          </p:nvSpPr>
          <p:spPr>
            <a:xfrm>
              <a:off x="9209332" y="49300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  <a:endParaRPr lang="en-IL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702F8A93-177C-91CD-FAF5-BF508D9CED07}"/>
                </a:ext>
              </a:extLst>
            </p:cNvPr>
            <p:cNvSpPr txBox="1"/>
            <p:nvPr/>
          </p:nvSpPr>
          <p:spPr>
            <a:xfrm>
              <a:off x="8696818" y="49300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  <a:endParaRPr lang="en-IL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56D39F7C-0774-1108-2131-68D0905A7065}"/>
                </a:ext>
              </a:extLst>
            </p:cNvPr>
            <p:cNvSpPr txBox="1"/>
            <p:nvPr/>
          </p:nvSpPr>
          <p:spPr>
            <a:xfrm>
              <a:off x="8184304" y="49300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80612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71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Kolodny</dc:creator>
  <cp:lastModifiedBy>Rachel Kolodny</cp:lastModifiedBy>
  <cp:revision>2</cp:revision>
  <dcterms:created xsi:type="dcterms:W3CDTF">2022-05-25T11:12:42Z</dcterms:created>
  <dcterms:modified xsi:type="dcterms:W3CDTF">2022-05-28T07:45:08Z</dcterms:modified>
</cp:coreProperties>
</file>