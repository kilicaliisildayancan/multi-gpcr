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</p:sldIdLst>
  <p:sldSz cx="12192000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8" d="100"/>
          <a:sy n="38" d="100"/>
        </p:scale>
        <p:origin x="964" y="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356704"/>
            <a:ext cx="10363200" cy="5013407"/>
          </a:xfrm>
        </p:spPr>
        <p:txBody>
          <a:bodyPr anchor="b"/>
          <a:lstStyle>
            <a:lvl1pPr algn="ctr">
              <a:defRPr sz="7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7563447"/>
            <a:ext cx="9144000" cy="3476717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39" indent="0" algn="ctr">
              <a:buNone/>
              <a:defRPr sz="2667"/>
            </a:lvl2pPr>
            <a:lvl3pPr marL="1219078" indent="0" algn="ctr">
              <a:buNone/>
              <a:defRPr sz="2400"/>
            </a:lvl3pPr>
            <a:lvl4pPr marL="1828616" indent="0" algn="ctr">
              <a:buNone/>
              <a:defRPr sz="2133"/>
            </a:lvl4pPr>
            <a:lvl5pPr marL="2438157" indent="0" algn="ctr">
              <a:buNone/>
              <a:defRPr sz="2133"/>
            </a:lvl5pPr>
            <a:lvl6pPr marL="3047696" indent="0" algn="ctr">
              <a:buNone/>
              <a:defRPr sz="2133"/>
            </a:lvl6pPr>
            <a:lvl7pPr marL="3657235" indent="0" algn="ctr">
              <a:buNone/>
              <a:defRPr sz="2133"/>
            </a:lvl7pPr>
            <a:lvl8pPr marL="4266773" indent="0" algn="ctr">
              <a:buNone/>
              <a:defRPr sz="2133"/>
            </a:lvl8pPr>
            <a:lvl9pPr marL="4876312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3054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82130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590057"/>
            <a:ext cx="10515600" cy="5990088"/>
          </a:xfrm>
        </p:spPr>
        <p:txBody>
          <a:bodyPr anchor="b"/>
          <a:lstStyle>
            <a:lvl1pPr>
              <a:defRPr sz="79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9636814"/>
            <a:ext cx="10515600" cy="31500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539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078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616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157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696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235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677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312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80196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3833391"/>
            <a:ext cx="5181600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3833391"/>
            <a:ext cx="5181600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85074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66681"/>
            <a:ext cx="10515600" cy="27833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3530054"/>
            <a:ext cx="5157787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7" b="1"/>
            </a:lvl2pPr>
            <a:lvl3pPr marL="1219078" indent="0">
              <a:buNone/>
              <a:defRPr sz="2400" b="1"/>
            </a:lvl3pPr>
            <a:lvl4pPr marL="1828616" indent="0">
              <a:buNone/>
              <a:defRPr sz="2133" b="1"/>
            </a:lvl4pPr>
            <a:lvl5pPr marL="2438157" indent="0">
              <a:buNone/>
              <a:defRPr sz="2133" b="1"/>
            </a:lvl5pPr>
            <a:lvl6pPr marL="3047696" indent="0">
              <a:buNone/>
              <a:defRPr sz="2133" b="1"/>
            </a:lvl6pPr>
            <a:lvl7pPr marL="3657235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5260078"/>
            <a:ext cx="51577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530054"/>
            <a:ext cx="5183188" cy="1730025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39" indent="0">
              <a:buNone/>
              <a:defRPr sz="2667" b="1"/>
            </a:lvl2pPr>
            <a:lvl3pPr marL="1219078" indent="0">
              <a:buNone/>
              <a:defRPr sz="2400" b="1"/>
            </a:lvl3pPr>
            <a:lvl4pPr marL="1828616" indent="0">
              <a:buNone/>
              <a:defRPr sz="2133" b="1"/>
            </a:lvl4pPr>
            <a:lvl5pPr marL="2438157" indent="0">
              <a:buNone/>
              <a:defRPr sz="2133" b="1"/>
            </a:lvl5pPr>
            <a:lvl6pPr marL="3047696" indent="0">
              <a:buNone/>
              <a:defRPr sz="2133" b="1"/>
            </a:lvl6pPr>
            <a:lvl7pPr marL="3657235" indent="0">
              <a:buNone/>
              <a:defRPr sz="2133" b="1"/>
            </a:lvl7pPr>
            <a:lvl8pPr marL="4266773" indent="0">
              <a:buNone/>
              <a:defRPr sz="2133" b="1"/>
            </a:lvl8pPr>
            <a:lvl9pPr marL="4876312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260078"/>
            <a:ext cx="5183188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67272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0886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9798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073367"/>
            <a:ext cx="6172200" cy="1023348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4320065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39" indent="0">
              <a:buNone/>
              <a:defRPr sz="1867"/>
            </a:lvl2pPr>
            <a:lvl3pPr marL="1219078" indent="0">
              <a:buNone/>
              <a:defRPr sz="1600"/>
            </a:lvl3pPr>
            <a:lvl4pPr marL="1828616" indent="0">
              <a:buNone/>
              <a:defRPr sz="1333"/>
            </a:lvl4pPr>
            <a:lvl5pPr marL="2438157" indent="0">
              <a:buNone/>
              <a:defRPr sz="1333"/>
            </a:lvl5pPr>
            <a:lvl6pPr marL="3047696" indent="0">
              <a:buNone/>
              <a:defRPr sz="1333"/>
            </a:lvl6pPr>
            <a:lvl7pPr marL="3657235" indent="0">
              <a:buNone/>
              <a:defRPr sz="1333"/>
            </a:lvl7pPr>
            <a:lvl8pPr marL="4266773" indent="0">
              <a:buNone/>
              <a:defRPr sz="1333"/>
            </a:lvl8pPr>
            <a:lvl9pPr marL="4876312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37243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960014"/>
            <a:ext cx="3932237" cy="336005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073367"/>
            <a:ext cx="6172200" cy="10233485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39" indent="0">
              <a:buNone/>
              <a:defRPr sz="3733"/>
            </a:lvl2pPr>
            <a:lvl3pPr marL="1219078" indent="0">
              <a:buNone/>
              <a:defRPr sz="3200"/>
            </a:lvl3pPr>
            <a:lvl4pPr marL="1828616" indent="0">
              <a:buNone/>
              <a:defRPr sz="2667"/>
            </a:lvl4pPr>
            <a:lvl5pPr marL="2438157" indent="0">
              <a:buNone/>
              <a:defRPr sz="2667"/>
            </a:lvl5pPr>
            <a:lvl6pPr marL="3047696" indent="0">
              <a:buNone/>
              <a:defRPr sz="2667"/>
            </a:lvl6pPr>
            <a:lvl7pPr marL="3657235" indent="0">
              <a:buNone/>
              <a:defRPr sz="2667"/>
            </a:lvl7pPr>
            <a:lvl8pPr marL="4266773" indent="0">
              <a:buNone/>
              <a:defRPr sz="2667"/>
            </a:lvl8pPr>
            <a:lvl9pPr marL="4876312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4320065"/>
            <a:ext cx="3932237" cy="8003453"/>
          </a:xfrm>
        </p:spPr>
        <p:txBody>
          <a:bodyPr/>
          <a:lstStyle>
            <a:lvl1pPr marL="0" indent="0">
              <a:buNone/>
              <a:defRPr sz="2133"/>
            </a:lvl1pPr>
            <a:lvl2pPr marL="609539" indent="0">
              <a:buNone/>
              <a:defRPr sz="1867"/>
            </a:lvl2pPr>
            <a:lvl3pPr marL="1219078" indent="0">
              <a:buNone/>
              <a:defRPr sz="1600"/>
            </a:lvl3pPr>
            <a:lvl4pPr marL="1828616" indent="0">
              <a:buNone/>
              <a:defRPr sz="1333"/>
            </a:lvl4pPr>
            <a:lvl5pPr marL="2438157" indent="0">
              <a:buNone/>
              <a:defRPr sz="1333"/>
            </a:lvl5pPr>
            <a:lvl6pPr marL="3047696" indent="0">
              <a:buNone/>
              <a:defRPr sz="1333"/>
            </a:lvl6pPr>
            <a:lvl7pPr marL="3657235" indent="0">
              <a:buNone/>
              <a:defRPr sz="1333"/>
            </a:lvl7pPr>
            <a:lvl8pPr marL="4266773" indent="0">
              <a:buNone/>
              <a:defRPr sz="1333"/>
            </a:lvl8pPr>
            <a:lvl9pPr marL="4876312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93322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51521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6679"/>
            <a:ext cx="262890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766679"/>
            <a:ext cx="773430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5623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766681"/>
            <a:ext cx="10515600" cy="27833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3833391"/>
            <a:ext cx="1051560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3346868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7928B6-9889-48DB-8878-39A97A37AC4E}" type="datetimeFigureOut">
              <a:rPr lang="en-IL" smtClean="0"/>
              <a:t>23/05/2022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3346868"/>
            <a:ext cx="41148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3346868"/>
            <a:ext cx="274320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CCC135-2634-4EB4-8408-E51D542D4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9296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078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70" indent="-304770" algn="l" defTabSz="1219078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09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848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387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2925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464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003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4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082" indent="-304770" algn="l" defTabSz="1219078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39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078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1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157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696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235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773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312" algn="l" defTabSz="1219078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42" Type="http://schemas.openxmlformats.org/officeDocument/2006/relationships/image" Target="../media/image41.png"/><Relationship Id="rId47" Type="http://schemas.openxmlformats.org/officeDocument/2006/relationships/image" Target="../media/image46.png"/><Relationship Id="rId50" Type="http://schemas.openxmlformats.org/officeDocument/2006/relationships/image" Target="../media/image49.png"/><Relationship Id="rId55" Type="http://schemas.openxmlformats.org/officeDocument/2006/relationships/image" Target="../media/image54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png"/><Relationship Id="rId45" Type="http://schemas.openxmlformats.org/officeDocument/2006/relationships/image" Target="../media/image44.png"/><Relationship Id="rId53" Type="http://schemas.openxmlformats.org/officeDocument/2006/relationships/image" Target="../media/image52.png"/><Relationship Id="rId58" Type="http://schemas.openxmlformats.org/officeDocument/2006/relationships/image" Target="../media/image57.png"/><Relationship Id="rId5" Type="http://schemas.openxmlformats.org/officeDocument/2006/relationships/image" Target="../media/image4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8" Type="http://schemas.openxmlformats.org/officeDocument/2006/relationships/image" Target="../media/image7.png"/><Relationship Id="rId51" Type="http://schemas.openxmlformats.org/officeDocument/2006/relationships/image" Target="../media/image50.png"/><Relationship Id="rId3" Type="http://schemas.openxmlformats.org/officeDocument/2006/relationships/image" Target="../media/image2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20" Type="http://schemas.openxmlformats.org/officeDocument/2006/relationships/image" Target="../media/image19.png"/><Relationship Id="rId41" Type="http://schemas.openxmlformats.org/officeDocument/2006/relationships/image" Target="../media/image40.png"/><Relationship Id="rId54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49" Type="http://schemas.openxmlformats.org/officeDocument/2006/relationships/image" Target="../media/image48.png"/><Relationship Id="rId57" Type="http://schemas.openxmlformats.org/officeDocument/2006/relationships/image" Target="../media/image56.png"/><Relationship Id="rId10" Type="http://schemas.openxmlformats.org/officeDocument/2006/relationships/image" Target="../media/image9.pn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52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E6DB46DF-7F13-B7F2-A759-CECD398D6AFC}"/>
              </a:ext>
            </a:extLst>
          </p:cNvPr>
          <p:cNvGrpSpPr/>
          <p:nvPr/>
        </p:nvGrpSpPr>
        <p:grpSpPr>
          <a:xfrm>
            <a:off x="1547397" y="373910"/>
            <a:ext cx="4166324" cy="1470647"/>
            <a:chOff x="277967" y="293759"/>
            <a:chExt cx="4166324" cy="1470647"/>
          </a:xfrm>
        </p:grpSpPr>
        <p:pic>
          <p:nvPicPr>
            <p:cNvPr id="15" name="Picture 14" descr="A picture containing text, screenshot&#10;&#10;Description automatically generated">
              <a:extLst>
                <a:ext uri="{FF2B5EF4-FFF2-40B4-BE49-F238E27FC236}">
                  <a16:creationId xmlns:a16="http://schemas.microsoft.com/office/drawing/2014/main" id="{04582D21-C9C4-A5D5-8783-CB84E26B06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967" y="392803"/>
              <a:ext cx="1371603" cy="1371603"/>
            </a:xfrm>
            <a:prstGeom prst="rect">
              <a:avLst/>
            </a:prstGeom>
          </p:spPr>
        </p:pic>
        <p:pic>
          <p:nvPicPr>
            <p:cNvPr id="17" name="Picture 16" descr="A picture containing text, screenshot&#10;&#10;Description automatically generated">
              <a:extLst>
                <a:ext uri="{FF2B5EF4-FFF2-40B4-BE49-F238E27FC236}">
                  <a16:creationId xmlns:a16="http://schemas.microsoft.com/office/drawing/2014/main" id="{63576492-52AC-53EF-9255-7CC2B19AC95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7823" y="392803"/>
              <a:ext cx="1371603" cy="1371603"/>
            </a:xfrm>
            <a:prstGeom prst="rect">
              <a:avLst/>
            </a:prstGeom>
          </p:spPr>
        </p:pic>
        <p:pic>
          <p:nvPicPr>
            <p:cNvPr id="19" name="Picture 1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0B96DEA-FF35-A2C9-6693-FBC0086F58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46163" y="392803"/>
              <a:ext cx="1371603" cy="1371603"/>
            </a:xfrm>
            <a:prstGeom prst="rect">
              <a:avLst/>
            </a:prstGeom>
          </p:spPr>
        </p:pic>
        <p:pic>
          <p:nvPicPr>
            <p:cNvPr id="21" name="Picture 2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2EDB4F95-3C2A-1261-2893-2328918501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647" y="392803"/>
              <a:ext cx="1371603" cy="1371603"/>
            </a:xfrm>
            <a:prstGeom prst="rect">
              <a:avLst/>
            </a:prstGeom>
          </p:spPr>
        </p:pic>
        <p:pic>
          <p:nvPicPr>
            <p:cNvPr id="23" name="Picture 22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BD813F3-E431-E83A-B754-8C9EEC3FE9D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72688" y="392803"/>
              <a:ext cx="1371603" cy="1371603"/>
            </a:xfrm>
            <a:prstGeom prst="rect">
              <a:avLst/>
            </a:prstGeom>
          </p:spPr>
        </p:pic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FC4B354C-52EC-FB05-863B-5A73209DEB3F}"/>
                </a:ext>
              </a:extLst>
            </p:cNvPr>
            <p:cNvGrpSpPr/>
            <p:nvPr/>
          </p:nvGrpSpPr>
          <p:grpSpPr>
            <a:xfrm>
              <a:off x="407842" y="293759"/>
              <a:ext cx="3522372" cy="1019572"/>
              <a:chOff x="2786131" y="2811577"/>
              <a:chExt cx="3522372" cy="1019572"/>
            </a:xfrm>
          </p:grpSpPr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B1C0A0D-7C0C-56CA-A549-71A70C9C705F}"/>
                  </a:ext>
                </a:extLst>
              </p:cNvPr>
              <p:cNvSpPr txBox="1"/>
              <p:nvPr/>
            </p:nvSpPr>
            <p:spPr>
              <a:xfrm>
                <a:off x="6025167" y="2818017"/>
                <a:ext cx="279045" cy="25391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</a:t>
                </a:r>
                <a:endParaRPr lang="en-IL" sz="1050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8A0EF44D-7DA7-8571-6A1D-A783254E232A}"/>
                  </a:ext>
                </a:extLst>
              </p:cNvPr>
              <p:cNvSpPr/>
              <p:nvPr/>
            </p:nvSpPr>
            <p:spPr>
              <a:xfrm>
                <a:off x="2811889" y="2820157"/>
                <a:ext cx="3496614" cy="1010992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3B392AE2-29B4-EE17-F3F6-C7576C436B4B}"/>
                  </a:ext>
                </a:extLst>
              </p:cNvPr>
              <p:cNvCxnSpPr/>
              <p:nvPr/>
            </p:nvCxnSpPr>
            <p:spPr>
              <a:xfrm>
                <a:off x="2811889" y="3058414"/>
                <a:ext cx="3496614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B1E8488B-1B6E-432E-5FAD-6BC2B4214E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36666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5D36B876-502A-71B2-F8DA-7E857F0A3982}"/>
                  </a:ext>
                </a:extLst>
              </p:cNvPr>
              <p:cNvSpPr txBox="1"/>
              <p:nvPr/>
            </p:nvSpPr>
            <p:spPr>
              <a:xfrm>
                <a:off x="2786131" y="2811577"/>
                <a:ext cx="32132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1                      2                    3                   4                   5</a:t>
                </a:r>
                <a:endParaRPr lang="en-IL" sz="1100" dirty="0"/>
              </a:p>
            </p:txBody>
          </p: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09D3E1DD-ED5D-4867-8D7A-481311315FC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969107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8B4808AB-49D4-E859-0D0B-8F5AC5A3145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07988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C22C3E67-7951-1C26-A6A0-F34BE281D22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599647" y="2811578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8E24F8E6-C2B0-7599-E2CC-0FBEA584CBFD}"/>
              </a:ext>
            </a:extLst>
          </p:cNvPr>
          <p:cNvGrpSpPr/>
          <p:nvPr/>
        </p:nvGrpSpPr>
        <p:grpSpPr>
          <a:xfrm>
            <a:off x="1554381" y="1492526"/>
            <a:ext cx="3499301" cy="1470647"/>
            <a:chOff x="284943" y="1556205"/>
            <a:chExt cx="3499301" cy="1470647"/>
          </a:xfrm>
        </p:grpSpPr>
        <p:pic>
          <p:nvPicPr>
            <p:cNvPr id="37" name="Picture 36" descr="Square&#10;&#10;Description automatically generated">
              <a:extLst>
                <a:ext uri="{FF2B5EF4-FFF2-40B4-BE49-F238E27FC236}">
                  <a16:creationId xmlns:a16="http://schemas.microsoft.com/office/drawing/2014/main" id="{3EBB609B-6E85-DD56-A52A-4CDD5648AD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943" y="1655249"/>
              <a:ext cx="1371603" cy="1371603"/>
            </a:xfrm>
            <a:prstGeom prst="rect">
              <a:avLst/>
            </a:prstGeom>
          </p:spPr>
        </p:pic>
        <p:pic>
          <p:nvPicPr>
            <p:cNvPr id="39" name="Picture 38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2EC982D2-81BE-F330-8C0C-2CC2FF3EB31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41043" y="1655249"/>
              <a:ext cx="1371603" cy="1371603"/>
            </a:xfrm>
            <a:prstGeom prst="rect">
              <a:avLst/>
            </a:prstGeom>
          </p:spPr>
        </p:pic>
        <p:pic>
          <p:nvPicPr>
            <p:cNvPr id="41" name="Picture 40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FB35B638-5D7B-0EDE-FB42-FFE591314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723" y="1655249"/>
              <a:ext cx="1371603" cy="1371603"/>
            </a:xfrm>
            <a:prstGeom prst="rect">
              <a:avLst/>
            </a:prstGeom>
          </p:spPr>
        </p:pic>
        <p:pic>
          <p:nvPicPr>
            <p:cNvPr id="43" name="Picture 42" descr="Shape, square&#10;&#10;Description automatically generated">
              <a:extLst>
                <a:ext uri="{FF2B5EF4-FFF2-40B4-BE49-F238E27FC236}">
                  <a16:creationId xmlns:a16="http://schemas.microsoft.com/office/drawing/2014/main" id="{B286CE90-9E5E-35FF-5BA6-D3EA9ED2DF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641" y="1655249"/>
              <a:ext cx="1371603" cy="1371603"/>
            </a:xfrm>
            <a:prstGeom prst="rect">
              <a:avLst/>
            </a:prstGeom>
          </p:spPr>
        </p:pic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30B4A8AB-DDA0-D18F-FD1F-C8FD4180C029}"/>
                </a:ext>
              </a:extLst>
            </p:cNvPr>
            <p:cNvGrpSpPr/>
            <p:nvPr/>
          </p:nvGrpSpPr>
          <p:grpSpPr>
            <a:xfrm>
              <a:off x="407842" y="1556205"/>
              <a:ext cx="3213278" cy="857006"/>
              <a:chOff x="3305579" y="2574389"/>
              <a:chExt cx="3213278" cy="857006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75EBCF1-A3E0-4095-84E5-8356DEE7668C}"/>
                  </a:ext>
                </a:extLst>
              </p:cNvPr>
              <p:cNvSpPr txBox="1"/>
              <p:nvPr/>
            </p:nvSpPr>
            <p:spPr>
              <a:xfrm>
                <a:off x="5874920" y="2580829"/>
                <a:ext cx="279045" cy="253916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2</a:t>
                </a:r>
                <a:endParaRPr lang="en-IL" sz="1050" dirty="0"/>
              </a:p>
            </p:txBody>
          </p:sp>
          <p:sp>
            <p:nvSpPr>
              <p:cNvPr id="72" name="Rectangle 71">
                <a:extLst>
                  <a:ext uri="{FF2B5EF4-FFF2-40B4-BE49-F238E27FC236}">
                    <a16:creationId xmlns:a16="http://schemas.microsoft.com/office/drawing/2014/main" id="{6500D309-6975-5D2F-1B57-E7F4CBDAB864}"/>
                  </a:ext>
                </a:extLst>
              </p:cNvPr>
              <p:cNvSpPr/>
              <p:nvPr/>
            </p:nvSpPr>
            <p:spPr>
              <a:xfrm>
                <a:off x="3331337" y="2582969"/>
                <a:ext cx="2824776" cy="8484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3081DE9A-B0DC-69A9-4EB8-86BBA0C8D785}"/>
                  </a:ext>
                </a:extLst>
              </p:cNvPr>
              <p:cNvCxnSpPr/>
              <p:nvPr/>
            </p:nvCxnSpPr>
            <p:spPr>
              <a:xfrm>
                <a:off x="3338534" y="2821226"/>
                <a:ext cx="28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F6F28287-C3D9-2747-946C-6E35E0F8C103}"/>
                  </a:ext>
                </a:extLst>
              </p:cNvPr>
              <p:cNvSpPr txBox="1"/>
              <p:nvPr/>
            </p:nvSpPr>
            <p:spPr>
              <a:xfrm>
                <a:off x="3305579" y="2574389"/>
                <a:ext cx="321327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               </a:t>
                </a:r>
                <a:endParaRPr lang="en-IL" sz="1100" dirty="0"/>
              </a:p>
            </p:txBody>
          </p: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36EBDC9-7A5E-E71D-6A16-10E70DA485E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855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B0E8D840-8B8B-A9B4-F154-9BD1C5A0A98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7436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28C89C4C-56D3-5F33-9820-6C49D63CE9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909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A946FAE3-C07D-CD76-06D5-E62A2435D461}"/>
              </a:ext>
            </a:extLst>
          </p:cNvPr>
          <p:cNvGrpSpPr/>
          <p:nvPr/>
        </p:nvGrpSpPr>
        <p:grpSpPr>
          <a:xfrm>
            <a:off x="1550497" y="2408839"/>
            <a:ext cx="2060035" cy="2461982"/>
            <a:chOff x="3816012" y="337435"/>
            <a:chExt cx="2060035" cy="2461983"/>
          </a:xfrm>
        </p:grpSpPr>
        <p:pic>
          <p:nvPicPr>
            <p:cNvPr id="237" name="Picture 236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45E34A3A-6A90-577D-46BA-7084AD09FB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70153" y="441534"/>
              <a:ext cx="1371603" cy="1371603"/>
            </a:xfrm>
            <a:prstGeom prst="rect">
              <a:avLst/>
            </a:prstGeom>
          </p:spPr>
        </p:pic>
        <p:pic>
          <p:nvPicPr>
            <p:cNvPr id="238" name="Picture 23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056C327E-97F5-7D43-A9ED-E81537866A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4444" y="441534"/>
              <a:ext cx="1371603" cy="1371603"/>
            </a:xfrm>
            <a:prstGeom prst="rect">
              <a:avLst/>
            </a:prstGeom>
          </p:spPr>
        </p:pic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874F774A-1D44-5B20-395A-15080A6339A3}"/>
                </a:ext>
              </a:extLst>
            </p:cNvPr>
            <p:cNvSpPr txBox="1"/>
            <p:nvPr/>
          </p:nvSpPr>
          <p:spPr>
            <a:xfrm>
              <a:off x="3934796" y="337435"/>
              <a:ext cx="14067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1                   2</a:t>
              </a:r>
              <a:endParaRPr lang="en-IL" sz="1100" dirty="0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4C82E3CA-6031-5620-B750-8EC07F1EFF1F}"/>
                </a:ext>
              </a:extLst>
            </p:cNvPr>
            <p:cNvSpPr txBox="1"/>
            <p:nvPr/>
          </p:nvSpPr>
          <p:spPr>
            <a:xfrm>
              <a:off x="5077557" y="34404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4</a:t>
              </a:r>
              <a:endParaRPr lang="en-IL" sz="1050" dirty="0"/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96FD04F7-F242-8691-3FA8-30DCAB245745}"/>
                </a:ext>
              </a:extLst>
            </p:cNvPr>
            <p:cNvSpPr/>
            <p:nvPr/>
          </p:nvSpPr>
          <p:spPr>
            <a:xfrm>
              <a:off x="3969965" y="346234"/>
              <a:ext cx="1371602" cy="18565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2D83E3FE-AD93-8AE1-2FF9-2030EF112F05}"/>
                </a:ext>
              </a:extLst>
            </p:cNvPr>
            <p:cNvCxnSpPr/>
            <p:nvPr/>
          </p:nvCxnSpPr>
          <p:spPr>
            <a:xfrm>
              <a:off x="3977162" y="578363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D7D767B0-E88A-0C4D-E556-5C7CDC2114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7094" y="33743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44" name="Picture 243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8902C394-BC0A-5051-0AE0-887019ACA6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6012" y="1427815"/>
              <a:ext cx="1371603" cy="1371603"/>
            </a:xfrm>
            <a:prstGeom prst="rect">
              <a:avLst/>
            </a:prstGeom>
          </p:spPr>
        </p:pic>
        <p:pic>
          <p:nvPicPr>
            <p:cNvPr id="245" name="Picture 244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ABD1CBBE-64DB-7950-2FAB-A701B0AEAF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04444" y="1427815"/>
              <a:ext cx="1371603" cy="1371603"/>
            </a:xfrm>
            <a:prstGeom prst="rect">
              <a:avLst/>
            </a:prstGeom>
          </p:spPr>
        </p:pic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4518AE3E-9C20-F21D-6B29-CFB9A0F74CB5}"/>
                </a:ext>
              </a:extLst>
            </p:cNvPr>
            <p:cNvSpPr/>
            <p:nvPr/>
          </p:nvSpPr>
          <p:spPr>
            <a:xfrm>
              <a:off x="3973697" y="1323715"/>
              <a:ext cx="1367869" cy="879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247" name="TextBox 246">
              <a:extLst>
                <a:ext uri="{FF2B5EF4-FFF2-40B4-BE49-F238E27FC236}">
                  <a16:creationId xmlns:a16="http://schemas.microsoft.com/office/drawing/2014/main" id="{82F68715-0483-BAAB-F27D-D5ECBF91325D}"/>
                </a:ext>
              </a:extLst>
            </p:cNvPr>
            <p:cNvSpPr txBox="1"/>
            <p:nvPr/>
          </p:nvSpPr>
          <p:spPr>
            <a:xfrm>
              <a:off x="3864549" y="1323715"/>
              <a:ext cx="16654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  3                   4</a:t>
              </a:r>
              <a:endParaRPr lang="en-IL" sz="1100" dirty="0"/>
            </a:p>
          </p:txBody>
        </p: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45DCE08-2445-0BDA-D53D-8E2774DCDB49}"/>
                </a:ext>
              </a:extLst>
            </p:cNvPr>
            <p:cNvCxnSpPr>
              <a:cxnSpLocks/>
            </p:cNvCxnSpPr>
            <p:nvPr/>
          </p:nvCxnSpPr>
          <p:spPr>
            <a:xfrm>
              <a:off x="3964578" y="1564644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F422F832-EE6D-9401-AB91-50F7630FA6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7094" y="1323716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5" name="Group 234">
            <a:extLst>
              <a:ext uri="{FF2B5EF4-FFF2-40B4-BE49-F238E27FC236}">
                <a16:creationId xmlns:a16="http://schemas.microsoft.com/office/drawing/2014/main" id="{C2569276-5286-F12C-BF99-B2C0093A662A}"/>
              </a:ext>
            </a:extLst>
          </p:cNvPr>
          <p:cNvGrpSpPr/>
          <p:nvPr/>
        </p:nvGrpSpPr>
        <p:grpSpPr>
          <a:xfrm>
            <a:off x="3041899" y="380349"/>
            <a:ext cx="3445114" cy="3502083"/>
            <a:chOff x="4567165" y="647547"/>
            <a:chExt cx="3445114" cy="3502083"/>
          </a:xfrm>
        </p:grpSpPr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FE8EC58-126A-4C69-CFB7-86426BC2B113}"/>
                </a:ext>
              </a:extLst>
            </p:cNvPr>
            <p:cNvSpPr txBox="1"/>
            <p:nvPr/>
          </p:nvSpPr>
          <p:spPr>
            <a:xfrm>
              <a:off x="7077480" y="660116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3</a:t>
              </a:r>
              <a:endParaRPr lang="en-IL" sz="1050" dirty="0"/>
            </a:p>
          </p:txBody>
        </p:sp>
        <p:pic>
          <p:nvPicPr>
            <p:cNvPr id="208" name="Picture 207" descr="Shape, square&#10;&#10;Description automatically generated">
              <a:extLst>
                <a:ext uri="{FF2B5EF4-FFF2-40B4-BE49-F238E27FC236}">
                  <a16:creationId xmlns:a16="http://schemas.microsoft.com/office/drawing/2014/main" id="{0EBD3BC7-F833-EAA8-D276-41DF0E5560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60214" y="1828239"/>
              <a:ext cx="1371603" cy="1371603"/>
            </a:xfrm>
            <a:prstGeom prst="rect">
              <a:avLst/>
            </a:prstGeom>
          </p:spPr>
        </p:pic>
        <p:pic>
          <p:nvPicPr>
            <p:cNvPr id="209" name="Picture 208" descr="Shape, square&#10;&#10;Description automatically generated">
              <a:extLst>
                <a:ext uri="{FF2B5EF4-FFF2-40B4-BE49-F238E27FC236}">
                  <a16:creationId xmlns:a16="http://schemas.microsoft.com/office/drawing/2014/main" id="{07034F04-AD36-6443-1340-91E0895E0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416" y="1828239"/>
              <a:ext cx="1371603" cy="1371603"/>
            </a:xfrm>
            <a:prstGeom prst="rect">
              <a:avLst/>
            </a:prstGeom>
          </p:spPr>
        </p:pic>
        <p:grpSp>
          <p:nvGrpSpPr>
            <p:cNvPr id="210" name="Group 209">
              <a:extLst>
                <a:ext uri="{FF2B5EF4-FFF2-40B4-BE49-F238E27FC236}">
                  <a16:creationId xmlns:a16="http://schemas.microsoft.com/office/drawing/2014/main" id="{CE04014E-1669-6816-DECE-383CDD680D17}"/>
                </a:ext>
              </a:extLst>
            </p:cNvPr>
            <p:cNvGrpSpPr/>
            <p:nvPr/>
          </p:nvGrpSpPr>
          <p:grpSpPr>
            <a:xfrm>
              <a:off x="4567165" y="2778027"/>
              <a:ext cx="3445114" cy="1371603"/>
              <a:chOff x="1798212" y="2355631"/>
              <a:chExt cx="3445114" cy="1371603"/>
            </a:xfrm>
          </p:grpSpPr>
          <p:pic>
            <p:nvPicPr>
              <p:cNvPr id="230" name="Picture 229" descr="Shape, square&#10;&#10;Description automatically generated">
                <a:extLst>
                  <a:ext uri="{FF2B5EF4-FFF2-40B4-BE49-F238E27FC236}">
                    <a16:creationId xmlns:a16="http://schemas.microsoft.com/office/drawing/2014/main" id="{E24227C4-25A3-F043-6CB7-284F0B8C5E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798212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31" name="Picture 230" descr="Shape&#10;&#10;Description automatically generated with medium confidence">
                <a:extLst>
                  <a:ext uri="{FF2B5EF4-FFF2-40B4-BE49-F238E27FC236}">
                    <a16:creationId xmlns:a16="http://schemas.microsoft.com/office/drawing/2014/main" id="{64F0293D-BEBA-9F0B-B243-4403A93A48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9144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32" name="Picture 231" descr="Shape,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14FEBE58-91AB-AC74-5FD0-1B7045F67E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194521" y="2355631"/>
                <a:ext cx="1371603" cy="1371603"/>
              </a:xfrm>
              <a:prstGeom prst="rect">
                <a:avLst/>
              </a:prstGeom>
            </p:spPr>
          </p:pic>
          <p:pic>
            <p:nvPicPr>
              <p:cNvPr id="233" name="Picture 232" descr="Shape,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905A0B82-FE71-B2AD-D9BD-95EC221D6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71723" y="2355631"/>
                <a:ext cx="1371603" cy="1371603"/>
              </a:xfrm>
              <a:prstGeom prst="rect">
                <a:avLst/>
              </a:prstGeom>
            </p:spPr>
          </p:pic>
        </p:grpSp>
        <p:pic>
          <p:nvPicPr>
            <p:cNvPr id="211" name="Picture 210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0000326A-36EC-5091-96F2-EEA5B62A74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37416" y="723629"/>
              <a:ext cx="1371603" cy="1371603"/>
            </a:xfrm>
            <a:prstGeom prst="rect">
              <a:avLst/>
            </a:prstGeom>
          </p:spPr>
        </p:pic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510483AB-B2AB-6D0F-6F19-2B879805F022}"/>
                </a:ext>
              </a:extLst>
            </p:cNvPr>
            <p:cNvCxnSpPr>
              <a:cxnSpLocks/>
            </p:cNvCxnSpPr>
            <p:nvPr/>
          </p:nvCxnSpPr>
          <p:spPr>
            <a:xfrm>
              <a:off x="6788743" y="656782"/>
              <a:ext cx="55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9EAFBF54-F03E-7FC1-E6A3-58F50D75F026}"/>
                </a:ext>
              </a:extLst>
            </p:cNvPr>
            <p:cNvCxnSpPr>
              <a:cxnSpLocks/>
            </p:cNvCxnSpPr>
            <p:nvPr/>
          </p:nvCxnSpPr>
          <p:spPr>
            <a:xfrm>
              <a:off x="6795182" y="886454"/>
              <a:ext cx="55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3E5DD24A-10DB-C319-0FA2-7CD87ECD2141}"/>
                </a:ext>
              </a:extLst>
            </p:cNvPr>
            <p:cNvCxnSpPr>
              <a:cxnSpLocks/>
            </p:cNvCxnSpPr>
            <p:nvPr/>
          </p:nvCxnSpPr>
          <p:spPr>
            <a:xfrm>
              <a:off x="4714169" y="2684012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2F6D2A1-A6F8-DA5F-E2EB-C9D4EFE87168}"/>
                </a:ext>
              </a:extLst>
            </p:cNvPr>
            <p:cNvCxnSpPr>
              <a:cxnSpLocks/>
            </p:cNvCxnSpPr>
            <p:nvPr/>
          </p:nvCxnSpPr>
          <p:spPr>
            <a:xfrm>
              <a:off x="4714169" y="290724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44571465-BE37-706B-1754-203F5945141A}"/>
                </a:ext>
              </a:extLst>
            </p:cNvPr>
            <p:cNvCxnSpPr>
              <a:cxnSpLocks/>
            </p:cNvCxnSpPr>
            <p:nvPr/>
          </p:nvCxnSpPr>
          <p:spPr>
            <a:xfrm>
              <a:off x="6132468" y="1756282"/>
              <a:ext cx="0" cy="93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7" name="TextBox 216">
              <a:extLst>
                <a:ext uri="{FF2B5EF4-FFF2-40B4-BE49-F238E27FC236}">
                  <a16:creationId xmlns:a16="http://schemas.microsoft.com/office/drawing/2014/main" id="{EFF4A7D5-307C-DCA1-2A0F-02EC741A0A46}"/>
                </a:ext>
              </a:extLst>
            </p:cNvPr>
            <p:cNvSpPr txBox="1"/>
            <p:nvPr/>
          </p:nvSpPr>
          <p:spPr>
            <a:xfrm>
              <a:off x="6752566" y="647547"/>
              <a:ext cx="25838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</a:t>
              </a:r>
              <a:endParaRPr lang="en-IL" sz="1100" dirty="0"/>
            </a:p>
          </p:txBody>
        </p:sp>
        <p:sp>
          <p:nvSpPr>
            <p:cNvPr id="218" name="TextBox 217">
              <a:extLst>
                <a:ext uri="{FF2B5EF4-FFF2-40B4-BE49-F238E27FC236}">
                  <a16:creationId xmlns:a16="http://schemas.microsoft.com/office/drawing/2014/main" id="{6E0122CD-4E80-14BF-FC22-4E2F941E56C3}"/>
                </a:ext>
              </a:extLst>
            </p:cNvPr>
            <p:cNvSpPr txBox="1"/>
            <p:nvPr/>
          </p:nvSpPr>
          <p:spPr>
            <a:xfrm>
              <a:off x="6097685" y="1752258"/>
              <a:ext cx="119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2                   3</a:t>
              </a:r>
              <a:endParaRPr lang="en-IL" sz="1100" dirty="0"/>
            </a:p>
          </p:txBody>
        </p: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40B23A2D-7AB1-5288-C032-B61E13345C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31439" y="2688310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E9553EDA-9DF8-D656-02EA-DF1A1ACD7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8310" y="2686170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E9AB750D-C6F4-54F6-0F3A-BBFBE09A337A}"/>
                </a:ext>
              </a:extLst>
            </p:cNvPr>
            <p:cNvSpPr txBox="1"/>
            <p:nvPr/>
          </p:nvSpPr>
          <p:spPr>
            <a:xfrm>
              <a:off x="4701574" y="2674832"/>
              <a:ext cx="24807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4                   5                     6                   7</a:t>
              </a:r>
              <a:endParaRPr lang="en-IL" sz="1100" dirty="0"/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472B21D7-7729-A8E0-C9B8-2648BD79FD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38256" y="653135"/>
              <a:ext cx="0" cy="284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5E01F4F-1AE7-E711-D502-E5E7306802D7}"/>
                </a:ext>
              </a:extLst>
            </p:cNvPr>
            <p:cNvCxnSpPr>
              <a:cxnSpLocks/>
            </p:cNvCxnSpPr>
            <p:nvPr/>
          </p:nvCxnSpPr>
          <p:spPr>
            <a:xfrm>
              <a:off x="4726002" y="2684538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2896462B-8FCD-2917-D379-8E6E47CB6777}"/>
                </a:ext>
              </a:extLst>
            </p:cNvPr>
            <p:cNvCxnSpPr>
              <a:cxnSpLocks/>
            </p:cNvCxnSpPr>
            <p:nvPr/>
          </p:nvCxnSpPr>
          <p:spPr>
            <a:xfrm>
              <a:off x="4710256" y="349450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" name="Group 224">
              <a:extLst>
                <a:ext uri="{FF2B5EF4-FFF2-40B4-BE49-F238E27FC236}">
                  <a16:creationId xmlns:a16="http://schemas.microsoft.com/office/drawing/2014/main" id="{1AF08A85-9E01-670A-5B59-41B15C507C7E}"/>
                </a:ext>
              </a:extLst>
            </p:cNvPr>
            <p:cNvGrpSpPr/>
            <p:nvPr/>
          </p:nvGrpSpPr>
          <p:grpSpPr>
            <a:xfrm>
              <a:off x="6133615" y="656782"/>
              <a:ext cx="1189602" cy="1352573"/>
              <a:chOff x="3365173" y="230323"/>
              <a:chExt cx="1189602" cy="1352573"/>
            </a:xfrm>
          </p:grpSpPr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2A2D53CE-DC7A-AA0B-B199-283BC53AE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6775" y="1338856"/>
                <a:ext cx="11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1F214C1B-74FC-3DA7-EB20-AD20708AE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5173" y="1582896"/>
                <a:ext cx="118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9" name="Straight Connector 228">
                <a:extLst>
                  <a:ext uri="{FF2B5EF4-FFF2-40B4-BE49-F238E27FC236}">
                    <a16:creationId xmlns:a16="http://schemas.microsoft.com/office/drawing/2014/main" id="{589A825A-69DA-DBAC-44C7-1748450091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3245" y="230323"/>
                <a:ext cx="0" cy="13320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2949E55E-97D4-5B28-7715-C593F8CF78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26523" y="267559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D78F6634-0008-C52D-0507-8CBDF504F821}"/>
              </a:ext>
            </a:extLst>
          </p:cNvPr>
          <p:cNvGrpSpPr/>
          <p:nvPr/>
        </p:nvGrpSpPr>
        <p:grpSpPr>
          <a:xfrm>
            <a:off x="3067063" y="3394775"/>
            <a:ext cx="3453553" cy="1499384"/>
            <a:chOff x="1804608" y="3232173"/>
            <a:chExt cx="3453553" cy="1499384"/>
          </a:xfrm>
        </p:grpSpPr>
        <p:pic>
          <p:nvPicPr>
            <p:cNvPr id="251" name="Picture 250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2F328283-5EB1-7E15-5157-CD3EE7EAFA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4608" y="3359954"/>
              <a:ext cx="1371603" cy="1371603"/>
            </a:xfrm>
            <a:prstGeom prst="rect">
              <a:avLst/>
            </a:prstGeom>
          </p:spPr>
        </p:pic>
        <p:pic>
          <p:nvPicPr>
            <p:cNvPr id="252" name="Picture 251" descr="Shape&#10;&#10;Description automatically generated">
              <a:extLst>
                <a:ext uri="{FF2B5EF4-FFF2-40B4-BE49-F238E27FC236}">
                  <a16:creationId xmlns:a16="http://schemas.microsoft.com/office/drawing/2014/main" id="{6DED4D11-F42A-0DC5-08BA-4BAA5311D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18675" y="3359954"/>
              <a:ext cx="1371603" cy="1371603"/>
            </a:xfrm>
            <a:prstGeom prst="rect">
              <a:avLst/>
            </a:prstGeom>
          </p:spPr>
        </p:pic>
        <p:pic>
          <p:nvPicPr>
            <p:cNvPr id="253" name="Picture 252" descr="Shape&#10;&#10;Description automatically generated">
              <a:extLst>
                <a:ext uri="{FF2B5EF4-FFF2-40B4-BE49-F238E27FC236}">
                  <a16:creationId xmlns:a16="http://schemas.microsoft.com/office/drawing/2014/main" id="{E49813E2-DAA6-1995-D18D-CA18684F0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4216" y="3359954"/>
              <a:ext cx="1371603" cy="1371603"/>
            </a:xfrm>
            <a:prstGeom prst="rect">
              <a:avLst/>
            </a:prstGeom>
          </p:spPr>
        </p:pic>
        <p:pic>
          <p:nvPicPr>
            <p:cNvPr id="254" name="Picture 253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1EC434E3-42BB-78AC-8FE1-B40EDE2E90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6558" y="3359954"/>
              <a:ext cx="1371603" cy="1371603"/>
            </a:xfrm>
            <a:prstGeom prst="rect">
              <a:avLst/>
            </a:prstGeom>
          </p:spPr>
        </p:pic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8736439D-C6D7-E45D-F0E7-6D6268CF12BF}"/>
                </a:ext>
              </a:extLst>
            </p:cNvPr>
            <p:cNvGrpSpPr/>
            <p:nvPr/>
          </p:nvGrpSpPr>
          <p:grpSpPr>
            <a:xfrm>
              <a:off x="1867209" y="3232173"/>
              <a:ext cx="3213278" cy="884664"/>
              <a:chOff x="3296168" y="2574389"/>
              <a:chExt cx="3213278" cy="862423"/>
            </a:xfrm>
          </p:grpSpPr>
          <p:sp>
            <p:nvSpPr>
              <p:cNvPr id="256" name="TextBox 255">
                <a:extLst>
                  <a:ext uri="{FF2B5EF4-FFF2-40B4-BE49-F238E27FC236}">
                    <a16:creationId xmlns:a16="http://schemas.microsoft.com/office/drawing/2014/main" id="{CCD5074F-F2DB-990B-877F-216CADC16C56}"/>
                  </a:ext>
                </a:extLst>
              </p:cNvPr>
              <p:cNvSpPr txBox="1"/>
              <p:nvPr/>
            </p:nvSpPr>
            <p:spPr>
              <a:xfrm>
                <a:off x="3296168" y="2574389"/>
                <a:ext cx="3213278" cy="2550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0" dirty="0"/>
                  <a:t>1                      2                    3                   4</a:t>
                </a:r>
                <a:endParaRPr lang="en-IL" sz="1100" dirty="0"/>
              </a:p>
            </p:txBody>
          </p:sp>
          <p:sp>
            <p:nvSpPr>
              <p:cNvPr id="257" name="TextBox 256">
                <a:extLst>
                  <a:ext uri="{FF2B5EF4-FFF2-40B4-BE49-F238E27FC236}">
                    <a16:creationId xmlns:a16="http://schemas.microsoft.com/office/drawing/2014/main" id="{E840F213-C62C-87E9-2859-98DF3F128FC3}"/>
                  </a:ext>
                </a:extLst>
              </p:cNvPr>
              <p:cNvSpPr txBox="1"/>
              <p:nvPr/>
            </p:nvSpPr>
            <p:spPr>
              <a:xfrm>
                <a:off x="5764454" y="2580829"/>
                <a:ext cx="216000" cy="247532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5</a:t>
                </a:r>
                <a:endParaRPr lang="en-IL" sz="1050" dirty="0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89E8773C-C05A-C65C-C87B-1FD3FB92AA35}"/>
                  </a:ext>
                </a:extLst>
              </p:cNvPr>
              <p:cNvSpPr/>
              <p:nvPr/>
            </p:nvSpPr>
            <p:spPr>
              <a:xfrm>
                <a:off x="3331337" y="2576986"/>
                <a:ext cx="2663082" cy="85982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24F16C2F-85C2-9A48-1F96-9B9331A1D59F}"/>
                  </a:ext>
                </a:extLst>
              </p:cNvPr>
              <p:cNvCxnSpPr/>
              <p:nvPr/>
            </p:nvCxnSpPr>
            <p:spPr>
              <a:xfrm>
                <a:off x="3338534" y="2821226"/>
                <a:ext cx="2664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B16E7E7C-2C66-FA8B-E590-C307B7DCF07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8855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F219E73A-9D0B-5496-8979-C863BC5F19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827436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2D39673B-F59F-49D6-E461-106E4C2B0FC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19095" y="2574390"/>
                <a:ext cx="0" cy="246836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040C8EF7-FB7B-417F-A66F-14A5555A5363}"/>
              </a:ext>
            </a:extLst>
          </p:cNvPr>
          <p:cNvGrpSpPr/>
          <p:nvPr/>
        </p:nvGrpSpPr>
        <p:grpSpPr>
          <a:xfrm>
            <a:off x="1534229" y="4357219"/>
            <a:ext cx="4814851" cy="2582435"/>
            <a:chOff x="438051" y="969371"/>
            <a:chExt cx="4814851" cy="2582435"/>
          </a:xfrm>
        </p:grpSpPr>
        <p:pic>
          <p:nvPicPr>
            <p:cNvPr id="292" name="Picture 291" descr="Shape, square&#10;&#10;Description automatically generated">
              <a:extLst>
                <a:ext uri="{FF2B5EF4-FFF2-40B4-BE49-F238E27FC236}">
                  <a16:creationId xmlns:a16="http://schemas.microsoft.com/office/drawing/2014/main" id="{05054535-F72E-045A-1A2A-BEA6D1F770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051" y="2180203"/>
              <a:ext cx="1371603" cy="1371603"/>
            </a:xfrm>
            <a:prstGeom prst="rect">
              <a:avLst/>
            </a:prstGeom>
          </p:spPr>
        </p:pic>
        <p:pic>
          <p:nvPicPr>
            <p:cNvPr id="293" name="Picture 292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17E37123-D7B4-E003-D414-71399C359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00043" y="2180198"/>
              <a:ext cx="1371603" cy="1371603"/>
            </a:xfrm>
            <a:prstGeom prst="rect">
              <a:avLst/>
            </a:prstGeom>
          </p:spPr>
        </p:pic>
        <p:pic>
          <p:nvPicPr>
            <p:cNvPr id="294" name="Picture 293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C04ABF0C-A94A-3CD3-E498-EB3478E2E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87274" y="2171625"/>
              <a:ext cx="1371603" cy="1371603"/>
            </a:xfrm>
            <a:prstGeom prst="rect">
              <a:avLst/>
            </a:prstGeom>
          </p:spPr>
        </p:pic>
        <p:pic>
          <p:nvPicPr>
            <p:cNvPr id="295" name="Picture 29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F6E7BBBF-60A0-4AFE-5FAD-7E85E91A5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2372" y="2171625"/>
              <a:ext cx="1371603" cy="1371603"/>
            </a:xfrm>
            <a:prstGeom prst="rect">
              <a:avLst/>
            </a:prstGeom>
          </p:spPr>
        </p:pic>
        <p:pic>
          <p:nvPicPr>
            <p:cNvPr id="296" name="Picture 29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325CD2A0-E9F3-69C5-F8A4-484B1C02C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8051" y="1061594"/>
              <a:ext cx="1371603" cy="1371603"/>
            </a:xfrm>
            <a:prstGeom prst="rect">
              <a:avLst/>
            </a:prstGeom>
          </p:spPr>
        </p:pic>
        <p:pic>
          <p:nvPicPr>
            <p:cNvPr id="297" name="Picture 29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92567D2F-9B1F-053E-6AE9-950074D10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81254" y="1061594"/>
              <a:ext cx="1371603" cy="1371603"/>
            </a:xfrm>
            <a:prstGeom prst="rect">
              <a:avLst/>
            </a:prstGeom>
          </p:spPr>
        </p:pic>
        <p:pic>
          <p:nvPicPr>
            <p:cNvPr id="298" name="Picture 297" descr="Square&#10;&#10;Description automatically generated with medium confidence">
              <a:extLst>
                <a:ext uri="{FF2B5EF4-FFF2-40B4-BE49-F238E27FC236}">
                  <a16:creationId xmlns:a16="http://schemas.microsoft.com/office/drawing/2014/main" id="{A2EADE3F-E7B6-1736-7402-70E787D88D94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75520" y="1061594"/>
              <a:ext cx="1371603" cy="1371603"/>
            </a:xfrm>
            <a:prstGeom prst="rect">
              <a:avLst/>
            </a:prstGeom>
          </p:spPr>
        </p:pic>
        <p:pic>
          <p:nvPicPr>
            <p:cNvPr id="299" name="Picture 298" descr="Shape, square&#10;&#10;Description automatically generated">
              <a:extLst>
                <a:ext uri="{FF2B5EF4-FFF2-40B4-BE49-F238E27FC236}">
                  <a16:creationId xmlns:a16="http://schemas.microsoft.com/office/drawing/2014/main" id="{31AA5B32-FD22-DF4C-1B41-2FE80DE94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80861" y="1053923"/>
              <a:ext cx="1371603" cy="1371603"/>
            </a:xfrm>
            <a:prstGeom prst="rect">
              <a:avLst/>
            </a:prstGeom>
          </p:spPr>
        </p:pic>
        <p:pic>
          <p:nvPicPr>
            <p:cNvPr id="300" name="Picture 299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5C5E5C2A-908A-0988-D44B-528C660C2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54399" y="1061594"/>
              <a:ext cx="1371603" cy="1371603"/>
            </a:xfrm>
            <a:prstGeom prst="rect">
              <a:avLst/>
            </a:prstGeom>
          </p:spPr>
        </p:pic>
        <p:pic>
          <p:nvPicPr>
            <p:cNvPr id="301" name="Picture 30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C80075D7-D9BF-89CE-4E25-5F512C0282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81299" y="1069265"/>
              <a:ext cx="1371603" cy="1371603"/>
            </a:xfrm>
            <a:prstGeom prst="rect">
              <a:avLst/>
            </a:prstGeom>
          </p:spPr>
        </p:pic>
        <p:sp>
          <p:nvSpPr>
            <p:cNvPr id="302" name="TextBox 301">
              <a:extLst>
                <a:ext uri="{FF2B5EF4-FFF2-40B4-BE49-F238E27FC236}">
                  <a16:creationId xmlns:a16="http://schemas.microsoft.com/office/drawing/2014/main" id="{D945FB08-E008-BA7C-E575-D3FD8D910722}"/>
                </a:ext>
              </a:extLst>
            </p:cNvPr>
            <p:cNvSpPr txBox="1"/>
            <p:nvPr/>
          </p:nvSpPr>
          <p:spPr>
            <a:xfrm>
              <a:off x="4482375" y="975809"/>
              <a:ext cx="254371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6</a:t>
              </a:r>
              <a:endParaRPr lang="en-IL" sz="1050" dirty="0"/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80FDCCBD-2796-C45C-7DD1-DBB62747714D}"/>
                </a:ext>
              </a:extLst>
            </p:cNvPr>
            <p:cNvSpPr/>
            <p:nvPr/>
          </p:nvSpPr>
          <p:spPr>
            <a:xfrm>
              <a:off x="600172" y="977949"/>
              <a:ext cx="4134574" cy="111003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CCB71331-AA92-B3D0-DDB5-212DDA8648EF}"/>
                </a:ext>
              </a:extLst>
            </p:cNvPr>
            <p:cNvCxnSpPr/>
            <p:nvPr/>
          </p:nvCxnSpPr>
          <p:spPr>
            <a:xfrm>
              <a:off x="600173" y="1216207"/>
              <a:ext cx="414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B0B99105-602C-C533-38ED-6BD0014990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4950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6" name="TextBox 305">
              <a:extLst>
                <a:ext uri="{FF2B5EF4-FFF2-40B4-BE49-F238E27FC236}">
                  <a16:creationId xmlns:a16="http://schemas.microsoft.com/office/drawing/2014/main" id="{6FA5EA03-FD60-8A70-F400-4456631AD81D}"/>
                </a:ext>
              </a:extLst>
            </p:cNvPr>
            <p:cNvSpPr txBox="1"/>
            <p:nvPr/>
          </p:nvSpPr>
          <p:spPr>
            <a:xfrm>
              <a:off x="574414" y="969371"/>
              <a:ext cx="39669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1                        2                   3                 4                   5                 6</a:t>
              </a:r>
              <a:endParaRPr lang="en-IL" sz="1100" dirty="0"/>
            </a:p>
          </p:txBody>
        </p: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727A179D-0AAA-1582-C825-CA0EA7DFF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57391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20DBFC8D-5827-88A7-0113-D7709D659A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9231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F9569211-C44F-1767-640D-98EF3D84CF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1575" y="969371"/>
              <a:ext cx="0" cy="24683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TextBox 309">
              <a:extLst>
                <a:ext uri="{FF2B5EF4-FFF2-40B4-BE49-F238E27FC236}">
                  <a16:creationId xmlns:a16="http://schemas.microsoft.com/office/drawing/2014/main" id="{E2D71A53-ED73-F224-17A8-4403E61FF4CA}"/>
                </a:ext>
              </a:extLst>
            </p:cNvPr>
            <p:cNvSpPr txBox="1"/>
            <p:nvPr/>
          </p:nvSpPr>
          <p:spPr>
            <a:xfrm>
              <a:off x="565003" y="2079184"/>
              <a:ext cx="3213277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7                        8                 9                10</a:t>
              </a:r>
              <a:endParaRPr lang="en-IL" sz="1100" dirty="0"/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3B3774B0-1C8C-9F76-8359-1CB95141472E}"/>
                </a:ext>
              </a:extLst>
            </p:cNvPr>
            <p:cNvSpPr/>
            <p:nvPr/>
          </p:nvSpPr>
          <p:spPr>
            <a:xfrm>
              <a:off x="600173" y="2087985"/>
              <a:ext cx="2590856" cy="8703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4C76C4AF-BC8C-67F8-79B0-97CBAE06E1E6}"/>
                </a:ext>
              </a:extLst>
            </p:cNvPr>
            <p:cNvCxnSpPr>
              <a:cxnSpLocks/>
            </p:cNvCxnSpPr>
            <p:nvPr/>
          </p:nvCxnSpPr>
          <p:spPr>
            <a:xfrm>
              <a:off x="607369" y="2332387"/>
              <a:ext cx="2580527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69231642-40E4-3663-4438-D54E3033AE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6101" y="975279"/>
              <a:ext cx="0" cy="23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B65F149B-278B-A59A-8405-642408089B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59449" y="207918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9564741E-6C32-05A4-D707-A7428C6FB7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61574" y="2079185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9C093A96-A78A-EC44-51D6-361FEAA70F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7030" y="2079184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6" name="Group 355">
            <a:extLst>
              <a:ext uri="{FF2B5EF4-FFF2-40B4-BE49-F238E27FC236}">
                <a16:creationId xmlns:a16="http://schemas.microsoft.com/office/drawing/2014/main" id="{F1A7F216-0898-1966-E22D-3531C506A253}"/>
              </a:ext>
            </a:extLst>
          </p:cNvPr>
          <p:cNvGrpSpPr/>
          <p:nvPr/>
        </p:nvGrpSpPr>
        <p:grpSpPr>
          <a:xfrm>
            <a:off x="1540602" y="6447605"/>
            <a:ext cx="2030720" cy="2484485"/>
            <a:chOff x="1546788" y="2408838"/>
            <a:chExt cx="2030720" cy="2484485"/>
          </a:xfrm>
        </p:grpSpPr>
        <p:pic>
          <p:nvPicPr>
            <p:cNvPr id="357" name="Picture 356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47F57C84-888E-54E4-4B63-382853033220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7618" y="2525156"/>
              <a:ext cx="1371603" cy="1371603"/>
            </a:xfrm>
            <a:prstGeom prst="rect">
              <a:avLst/>
            </a:prstGeom>
          </p:spPr>
        </p:pic>
        <p:pic>
          <p:nvPicPr>
            <p:cNvPr id="358" name="Picture 357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A48064B8-A740-F6D6-F035-13E365C2888A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6788" y="3520914"/>
              <a:ext cx="1371603" cy="1371603"/>
            </a:xfrm>
            <a:prstGeom prst="rect">
              <a:avLst/>
            </a:prstGeom>
          </p:spPr>
        </p:pic>
        <p:pic>
          <p:nvPicPr>
            <p:cNvPr id="359" name="Picture 358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A7DAEB5A-C105-5C49-A89B-7F4D57A58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5905" y="2525156"/>
              <a:ext cx="1371603" cy="1371603"/>
            </a:xfrm>
            <a:prstGeom prst="rect">
              <a:avLst/>
            </a:prstGeom>
          </p:spPr>
        </p:pic>
        <p:pic>
          <p:nvPicPr>
            <p:cNvPr id="360" name="Picture 359" descr="Square&#10;&#10;Description automatically generated with low confidence">
              <a:extLst>
                <a:ext uri="{FF2B5EF4-FFF2-40B4-BE49-F238E27FC236}">
                  <a16:creationId xmlns:a16="http://schemas.microsoft.com/office/drawing/2014/main" id="{075F176E-FF55-F764-C773-BB8DFA01AC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05905" y="3521720"/>
              <a:ext cx="1371603" cy="1371603"/>
            </a:xfrm>
            <a:prstGeom prst="rect">
              <a:avLst/>
            </a:prstGeom>
          </p:spPr>
        </p:pic>
        <p:sp>
          <p:nvSpPr>
            <p:cNvPr id="361" name="TextBox 360">
              <a:extLst>
                <a:ext uri="{FF2B5EF4-FFF2-40B4-BE49-F238E27FC236}">
                  <a16:creationId xmlns:a16="http://schemas.microsoft.com/office/drawing/2014/main" id="{FB4916CE-FC5C-E9BE-3648-97BA78F7BB78}"/>
                </a:ext>
              </a:extLst>
            </p:cNvPr>
            <p:cNvSpPr txBox="1"/>
            <p:nvPr/>
          </p:nvSpPr>
          <p:spPr>
            <a:xfrm>
              <a:off x="1669281" y="2408838"/>
              <a:ext cx="140677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1                   2</a:t>
              </a:r>
              <a:endParaRPr lang="en-IL" sz="1100" dirty="0"/>
            </a:p>
          </p:txBody>
        </p:sp>
        <p:sp>
          <p:nvSpPr>
            <p:cNvPr id="362" name="TextBox 361">
              <a:extLst>
                <a:ext uri="{FF2B5EF4-FFF2-40B4-BE49-F238E27FC236}">
                  <a16:creationId xmlns:a16="http://schemas.microsoft.com/office/drawing/2014/main" id="{EE0EA502-3BC7-7C8B-3B89-F1D7402FE626}"/>
                </a:ext>
              </a:extLst>
            </p:cNvPr>
            <p:cNvSpPr txBox="1"/>
            <p:nvPr/>
          </p:nvSpPr>
          <p:spPr>
            <a:xfrm>
              <a:off x="2812042" y="2415443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8</a:t>
              </a:r>
              <a:endParaRPr lang="en-IL" sz="1050" dirty="0"/>
            </a:p>
          </p:txBody>
        </p:sp>
        <p:sp>
          <p:nvSpPr>
            <p:cNvPr id="363" name="Rectangle 362">
              <a:extLst>
                <a:ext uri="{FF2B5EF4-FFF2-40B4-BE49-F238E27FC236}">
                  <a16:creationId xmlns:a16="http://schemas.microsoft.com/office/drawing/2014/main" id="{0BCA56FB-2255-2CF7-7947-5F911D7AFA4B}"/>
                </a:ext>
              </a:extLst>
            </p:cNvPr>
            <p:cNvSpPr/>
            <p:nvPr/>
          </p:nvSpPr>
          <p:spPr>
            <a:xfrm>
              <a:off x="1704450" y="2417637"/>
              <a:ext cx="1371602" cy="185658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03BD3CE7-2D3F-9AFE-5C5E-C221DB1E57B2}"/>
                </a:ext>
              </a:extLst>
            </p:cNvPr>
            <p:cNvCxnSpPr/>
            <p:nvPr/>
          </p:nvCxnSpPr>
          <p:spPr>
            <a:xfrm>
              <a:off x="1711647" y="2649766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D3797E58-B053-73AD-7B2F-86CA9CA5B9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579" y="2408838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6" name="Rectangle 365">
              <a:extLst>
                <a:ext uri="{FF2B5EF4-FFF2-40B4-BE49-F238E27FC236}">
                  <a16:creationId xmlns:a16="http://schemas.microsoft.com/office/drawing/2014/main" id="{443CE48F-ABC4-DB53-0B26-5043DFFD83C8}"/>
                </a:ext>
              </a:extLst>
            </p:cNvPr>
            <p:cNvSpPr/>
            <p:nvPr/>
          </p:nvSpPr>
          <p:spPr>
            <a:xfrm>
              <a:off x="1708182" y="3395118"/>
              <a:ext cx="1367869" cy="87910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  <p:sp>
          <p:nvSpPr>
            <p:cNvPr id="367" name="TextBox 366">
              <a:extLst>
                <a:ext uri="{FF2B5EF4-FFF2-40B4-BE49-F238E27FC236}">
                  <a16:creationId xmlns:a16="http://schemas.microsoft.com/office/drawing/2014/main" id="{5CE488C5-8188-8B40-C09D-D5F0C586F783}"/>
                </a:ext>
              </a:extLst>
            </p:cNvPr>
            <p:cNvSpPr txBox="1"/>
            <p:nvPr/>
          </p:nvSpPr>
          <p:spPr>
            <a:xfrm>
              <a:off x="1599034" y="3395117"/>
              <a:ext cx="16654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  3                   4</a:t>
              </a:r>
              <a:endParaRPr lang="en-IL" sz="1100" dirty="0"/>
            </a:p>
          </p:txBody>
        </p: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FAC66392-C8FE-D918-1A89-A4674D8C5F80}"/>
                </a:ext>
              </a:extLst>
            </p:cNvPr>
            <p:cNvCxnSpPr>
              <a:cxnSpLocks/>
            </p:cNvCxnSpPr>
            <p:nvPr/>
          </p:nvCxnSpPr>
          <p:spPr>
            <a:xfrm>
              <a:off x="1699063" y="3636047"/>
              <a:ext cx="136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F3C3BC9-E7FD-DA20-E29D-EF5FF1F846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71579" y="3395119"/>
              <a:ext cx="0" cy="25320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7" name="Group 316">
            <a:extLst>
              <a:ext uri="{FF2B5EF4-FFF2-40B4-BE49-F238E27FC236}">
                <a16:creationId xmlns:a16="http://schemas.microsoft.com/office/drawing/2014/main" id="{E6512706-C209-A721-1948-615AB3AA2DF0}"/>
              </a:ext>
            </a:extLst>
          </p:cNvPr>
          <p:cNvGrpSpPr/>
          <p:nvPr/>
        </p:nvGrpSpPr>
        <p:grpSpPr>
          <a:xfrm>
            <a:off x="3063233" y="5521258"/>
            <a:ext cx="3401921" cy="2551526"/>
            <a:chOff x="219495" y="398092"/>
            <a:chExt cx="3401921" cy="2551526"/>
          </a:xfrm>
        </p:grpSpPr>
        <p:grpSp>
          <p:nvGrpSpPr>
            <p:cNvPr id="318" name="Group 317">
              <a:extLst>
                <a:ext uri="{FF2B5EF4-FFF2-40B4-BE49-F238E27FC236}">
                  <a16:creationId xmlns:a16="http://schemas.microsoft.com/office/drawing/2014/main" id="{CBD8BD9D-2F54-A9C8-F0EF-74F01AC11975}"/>
                </a:ext>
              </a:extLst>
            </p:cNvPr>
            <p:cNvGrpSpPr/>
            <p:nvPr/>
          </p:nvGrpSpPr>
          <p:grpSpPr>
            <a:xfrm>
              <a:off x="1575317" y="414994"/>
              <a:ext cx="1404000" cy="252000"/>
              <a:chOff x="3162652" y="1338856"/>
              <a:chExt cx="1369602" cy="244040"/>
            </a:xfrm>
          </p:grpSpPr>
          <p:cxnSp>
            <p:nvCxnSpPr>
              <p:cNvPr id="339" name="Straight Connector 338">
                <a:extLst>
                  <a:ext uri="{FF2B5EF4-FFF2-40B4-BE49-F238E27FC236}">
                    <a16:creationId xmlns:a16="http://schemas.microsoft.com/office/drawing/2014/main" id="{9438A745-F3F7-3E22-674B-E9B8C7F64C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4254" y="1338856"/>
                <a:ext cx="136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0" name="Straight Connector 339">
                <a:extLst>
                  <a:ext uri="{FF2B5EF4-FFF2-40B4-BE49-F238E27FC236}">
                    <a16:creationId xmlns:a16="http://schemas.microsoft.com/office/drawing/2014/main" id="{CB3B1346-529E-2E60-E926-1DC83078A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62652" y="1582896"/>
                <a:ext cx="136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19" name="Picture 318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80C890CE-262F-DFC0-7151-5BF5196B9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95" y="1567016"/>
              <a:ext cx="1371603" cy="1371603"/>
            </a:xfrm>
            <a:prstGeom prst="rect">
              <a:avLst/>
            </a:prstGeom>
          </p:spPr>
        </p:pic>
        <p:pic>
          <p:nvPicPr>
            <p:cNvPr id="320" name="Picture 319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61E32F24-CAF2-740C-589C-B143FB394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028" y="518724"/>
              <a:ext cx="1371603" cy="1371603"/>
            </a:xfrm>
            <a:prstGeom prst="rect">
              <a:avLst/>
            </a:prstGeom>
          </p:spPr>
        </p:pic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6A31BD49-CD99-4167-F6EF-0C26074A5C95}"/>
                </a:ext>
              </a:extLst>
            </p:cNvPr>
            <p:cNvSpPr txBox="1"/>
            <p:nvPr/>
          </p:nvSpPr>
          <p:spPr>
            <a:xfrm>
              <a:off x="2709276" y="41609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7</a:t>
              </a:r>
              <a:endParaRPr lang="en-IL" sz="1050" dirty="0"/>
            </a:p>
          </p:txBody>
        </p: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0CE3BEB4-2910-F999-E708-E0B351BFDEE3}"/>
                </a:ext>
              </a:extLst>
            </p:cNvPr>
            <p:cNvCxnSpPr>
              <a:cxnSpLocks/>
            </p:cNvCxnSpPr>
            <p:nvPr/>
          </p:nvCxnSpPr>
          <p:spPr>
            <a:xfrm>
              <a:off x="1565041" y="409489"/>
              <a:ext cx="0" cy="108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491C93E8-F549-A78C-9C49-5433A9D23284}"/>
                </a:ext>
              </a:extLst>
            </p:cNvPr>
            <p:cNvSpPr txBox="1"/>
            <p:nvPr/>
          </p:nvSpPr>
          <p:spPr>
            <a:xfrm>
              <a:off x="1520521" y="398092"/>
              <a:ext cx="11993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1                       2</a:t>
              </a:r>
              <a:endParaRPr lang="en-IL" sz="1100" dirty="0"/>
            </a:p>
          </p:txBody>
        </p: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14D4A723-C201-15A2-9832-31AA9321CCC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64012" y="150107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45A1F84E-8C25-B85C-FA8B-3F15A003DB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53404" y="149893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F26CB60A-697C-AD1E-6032-6CD78FF8DDEA}"/>
                </a:ext>
              </a:extLst>
            </p:cNvPr>
            <p:cNvCxnSpPr>
              <a:cxnSpLocks/>
            </p:cNvCxnSpPr>
            <p:nvPr/>
          </p:nvCxnSpPr>
          <p:spPr>
            <a:xfrm>
              <a:off x="361096" y="1497307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59C5E189-100A-CF12-4E8C-81E5728FA3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1617" y="1488368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28" name="Picture 327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B4A4EDB3-BB5B-8AFF-6279-359770AF4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21957" y="522075"/>
              <a:ext cx="1371603" cy="1371603"/>
            </a:xfrm>
            <a:prstGeom prst="rect">
              <a:avLst/>
            </a:prstGeom>
          </p:spPr>
        </p:pic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423E264A-99B8-F443-4FAE-4BAD3F119405}"/>
                </a:ext>
              </a:extLst>
            </p:cNvPr>
            <p:cNvCxnSpPr>
              <a:cxnSpLocks/>
            </p:cNvCxnSpPr>
            <p:nvPr/>
          </p:nvCxnSpPr>
          <p:spPr>
            <a:xfrm>
              <a:off x="349263" y="1720010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72BB4692-F083-1FEB-398B-B73A0F945CF6}"/>
                </a:ext>
              </a:extLst>
            </p:cNvPr>
            <p:cNvCxnSpPr>
              <a:cxnSpLocks/>
            </p:cNvCxnSpPr>
            <p:nvPr/>
          </p:nvCxnSpPr>
          <p:spPr>
            <a:xfrm>
              <a:off x="349263" y="1496781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1" name="Picture 330" descr="Shape&#10;&#10;Description automatically generated with medium confidence">
              <a:extLst>
                <a:ext uri="{FF2B5EF4-FFF2-40B4-BE49-F238E27FC236}">
                  <a16:creationId xmlns:a16="http://schemas.microsoft.com/office/drawing/2014/main" id="{2EB0AF05-A143-249A-FBFB-2756DBBAE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9515" y="1571313"/>
              <a:ext cx="1371603" cy="1371603"/>
            </a:xfrm>
            <a:prstGeom prst="rect">
              <a:avLst/>
            </a:prstGeom>
          </p:spPr>
        </p:pic>
        <p:pic>
          <p:nvPicPr>
            <p:cNvPr id="332" name="Picture 331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E7C10A05-CE34-99DD-8E3D-2F5CFF738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15" y="1574664"/>
              <a:ext cx="1371603" cy="1371603"/>
            </a:xfrm>
            <a:prstGeom prst="rect">
              <a:avLst/>
            </a:prstGeom>
          </p:spPr>
        </p:pic>
        <p:pic>
          <p:nvPicPr>
            <p:cNvPr id="333" name="Picture 332" descr="Shape, square&#10;&#10;Description automatically generated with medium confidence">
              <a:extLst>
                <a:ext uri="{FF2B5EF4-FFF2-40B4-BE49-F238E27FC236}">
                  <a16:creationId xmlns:a16="http://schemas.microsoft.com/office/drawing/2014/main" id="{5CD06E28-8C03-9B55-6D52-39B96B058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49813" y="1578015"/>
              <a:ext cx="1371603" cy="1371603"/>
            </a:xfrm>
            <a:prstGeom prst="rect">
              <a:avLst/>
            </a:prstGeom>
          </p:spPr>
        </p:pic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6BA59702-3798-F746-2712-E621D97A50DC}"/>
                </a:ext>
              </a:extLst>
            </p:cNvPr>
            <p:cNvCxnSpPr>
              <a:cxnSpLocks/>
            </p:cNvCxnSpPr>
            <p:nvPr/>
          </p:nvCxnSpPr>
          <p:spPr>
            <a:xfrm>
              <a:off x="345350" y="2307270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2BB512A9-84A7-4E8B-2FF4-9E7E458BDE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3350" y="423263"/>
              <a:ext cx="0" cy="187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D5EBD1DE-E89E-9ACF-F8D9-71AACB852D6F}"/>
                </a:ext>
              </a:extLst>
            </p:cNvPr>
            <p:cNvSpPr txBox="1"/>
            <p:nvPr/>
          </p:nvSpPr>
          <p:spPr>
            <a:xfrm>
              <a:off x="321407" y="1488368"/>
              <a:ext cx="248074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3                    4                     5                 6</a:t>
              </a:r>
              <a:endParaRPr lang="en-IL" sz="1100" dirty="0"/>
            </a:p>
          </p:txBody>
        </p: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EC6AF6F0-7B95-0335-E8D9-1963935AE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16" y="149893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28325358-469C-DBBF-D403-BBFA4E6D50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63716" y="428911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0" name="Group 369">
            <a:extLst>
              <a:ext uri="{FF2B5EF4-FFF2-40B4-BE49-F238E27FC236}">
                <a16:creationId xmlns:a16="http://schemas.microsoft.com/office/drawing/2014/main" id="{61E968F8-68DC-4AA8-A57A-06BDFD86A1D3}"/>
              </a:ext>
            </a:extLst>
          </p:cNvPr>
          <p:cNvGrpSpPr/>
          <p:nvPr/>
        </p:nvGrpSpPr>
        <p:grpSpPr>
          <a:xfrm>
            <a:off x="3041900" y="7498558"/>
            <a:ext cx="3396515" cy="2305891"/>
            <a:chOff x="3041390" y="6611534"/>
            <a:chExt cx="3396515" cy="2305891"/>
          </a:xfrm>
        </p:grpSpPr>
        <p:pic>
          <p:nvPicPr>
            <p:cNvPr id="371" name="Picture 370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C2565E01-8763-8E3A-784E-B751112F15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41390" y="6688038"/>
              <a:ext cx="1371603" cy="1371603"/>
            </a:xfrm>
            <a:prstGeom prst="rect">
              <a:avLst/>
            </a:prstGeom>
          </p:spPr>
        </p:pic>
        <p:pic>
          <p:nvPicPr>
            <p:cNvPr id="372" name="Picture 371">
              <a:extLst>
                <a:ext uri="{FF2B5EF4-FFF2-40B4-BE49-F238E27FC236}">
                  <a16:creationId xmlns:a16="http://schemas.microsoft.com/office/drawing/2014/main" id="{07935B7B-DDD1-2902-D8EB-2A381F5F7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21947" y="6688038"/>
              <a:ext cx="1371603" cy="1371603"/>
            </a:xfrm>
            <a:prstGeom prst="rect">
              <a:avLst/>
            </a:prstGeom>
          </p:spPr>
        </p:pic>
        <p:pic>
          <p:nvPicPr>
            <p:cNvPr id="373" name="Picture 372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9B6281DD-2F6E-21AE-D9E5-DA2BE354B8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566" y="6688038"/>
              <a:ext cx="1371603" cy="1371603"/>
            </a:xfrm>
            <a:prstGeom prst="rect">
              <a:avLst/>
            </a:prstGeom>
          </p:spPr>
        </p:pic>
        <p:pic>
          <p:nvPicPr>
            <p:cNvPr id="374" name="Picture 373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7F69D200-6260-1186-26D8-75542F3261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46566" y="7545822"/>
              <a:ext cx="1371603" cy="1371603"/>
            </a:xfrm>
            <a:prstGeom prst="rect">
              <a:avLst/>
            </a:prstGeom>
          </p:spPr>
        </p:pic>
        <p:pic>
          <p:nvPicPr>
            <p:cNvPr id="375" name="Picture 374" descr="Shape&#10;&#10;Description automatically generated with low confidence">
              <a:extLst>
                <a:ext uri="{FF2B5EF4-FFF2-40B4-BE49-F238E27FC236}">
                  <a16:creationId xmlns:a16="http://schemas.microsoft.com/office/drawing/2014/main" id="{3D0AC309-F3DF-72AE-DE3F-612F2FF74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6302" y="6688038"/>
              <a:ext cx="1371603" cy="1371603"/>
            </a:xfrm>
            <a:prstGeom prst="rect">
              <a:avLst/>
            </a:prstGeom>
          </p:spPr>
        </p:pic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986889BF-F8B6-4759-E1A9-FF0B200A2B0D}"/>
                </a:ext>
              </a:extLst>
            </p:cNvPr>
            <p:cNvCxnSpPr>
              <a:cxnSpLocks/>
            </p:cNvCxnSpPr>
            <p:nvPr/>
          </p:nvCxnSpPr>
          <p:spPr>
            <a:xfrm>
              <a:off x="4420695" y="7697247"/>
              <a:ext cx="1402358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TextBox 376">
              <a:extLst>
                <a:ext uri="{FF2B5EF4-FFF2-40B4-BE49-F238E27FC236}">
                  <a16:creationId xmlns:a16="http://schemas.microsoft.com/office/drawing/2014/main" id="{9909FF42-9DAC-8EB4-00C2-43C38FE16436}"/>
                </a:ext>
              </a:extLst>
            </p:cNvPr>
            <p:cNvSpPr txBox="1"/>
            <p:nvPr/>
          </p:nvSpPr>
          <p:spPr>
            <a:xfrm>
              <a:off x="5533718" y="6626520"/>
              <a:ext cx="279045" cy="253916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9</a:t>
              </a:r>
              <a:endParaRPr lang="en-IL" sz="1050" dirty="0"/>
            </a:p>
          </p:txBody>
        </p: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488BE73E-D480-8605-66EF-FFFF62A0C1D7}"/>
                </a:ext>
              </a:extLst>
            </p:cNvPr>
            <p:cNvCxnSpPr>
              <a:cxnSpLocks/>
            </p:cNvCxnSpPr>
            <p:nvPr/>
          </p:nvCxnSpPr>
          <p:spPr>
            <a:xfrm>
              <a:off x="4408778" y="7416687"/>
              <a:ext cx="0" cy="864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9" name="TextBox 378">
              <a:extLst>
                <a:ext uri="{FF2B5EF4-FFF2-40B4-BE49-F238E27FC236}">
                  <a16:creationId xmlns:a16="http://schemas.microsoft.com/office/drawing/2014/main" id="{35FFDE94-9968-F809-85B2-65BB674EF679}"/>
                </a:ext>
              </a:extLst>
            </p:cNvPr>
            <p:cNvSpPr txBox="1"/>
            <p:nvPr/>
          </p:nvSpPr>
          <p:spPr>
            <a:xfrm>
              <a:off x="3154759" y="6611535"/>
              <a:ext cx="274894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1                    2              3                   4</a:t>
              </a:r>
              <a:endParaRPr lang="en-IL" sz="1100" dirty="0"/>
            </a:p>
          </p:txBody>
        </p: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B7426A7E-CD68-2F7B-2E7C-561A18604D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07749" y="6624245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53736569-D3DC-ABFD-404C-2F891DBF4B12}"/>
                </a:ext>
              </a:extLst>
            </p:cNvPr>
            <p:cNvCxnSpPr>
              <a:cxnSpLocks/>
            </p:cNvCxnSpPr>
            <p:nvPr/>
          </p:nvCxnSpPr>
          <p:spPr>
            <a:xfrm>
              <a:off x="3204833" y="6620473"/>
              <a:ext cx="0" cy="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8C6CE4AC-AA08-3698-192B-28358AFDE6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05354" y="6611534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7A3015D6-B63C-2CBF-D7D5-A7C3F7567C64}"/>
                </a:ext>
              </a:extLst>
            </p:cNvPr>
            <p:cNvCxnSpPr>
              <a:cxnSpLocks/>
            </p:cNvCxnSpPr>
            <p:nvPr/>
          </p:nvCxnSpPr>
          <p:spPr>
            <a:xfrm>
              <a:off x="3193000" y="6843176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E367E7FD-2D65-35A3-2554-F1E9924480C1}"/>
                </a:ext>
              </a:extLst>
            </p:cNvPr>
            <p:cNvCxnSpPr>
              <a:cxnSpLocks/>
            </p:cNvCxnSpPr>
            <p:nvPr/>
          </p:nvCxnSpPr>
          <p:spPr>
            <a:xfrm>
              <a:off x="3193000" y="6619947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1DF187B4-412E-2FE4-BFCD-00B79B378C33}"/>
                </a:ext>
              </a:extLst>
            </p:cNvPr>
            <p:cNvCxnSpPr>
              <a:cxnSpLocks/>
            </p:cNvCxnSpPr>
            <p:nvPr/>
          </p:nvCxnSpPr>
          <p:spPr>
            <a:xfrm>
              <a:off x="3189087" y="7430436"/>
              <a:ext cx="2628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6" name="TextBox 385">
              <a:extLst>
                <a:ext uri="{FF2B5EF4-FFF2-40B4-BE49-F238E27FC236}">
                  <a16:creationId xmlns:a16="http://schemas.microsoft.com/office/drawing/2014/main" id="{CF0653BC-70DE-3185-914C-CD044CBC5DEF}"/>
                </a:ext>
              </a:extLst>
            </p:cNvPr>
            <p:cNvSpPr txBox="1"/>
            <p:nvPr/>
          </p:nvSpPr>
          <p:spPr>
            <a:xfrm>
              <a:off x="4359427" y="7442212"/>
              <a:ext cx="111077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100" dirty="0"/>
                <a:t>5                    6</a:t>
              </a:r>
              <a:endParaRPr lang="en-IL" sz="1100" dirty="0"/>
            </a:p>
          </p:txBody>
        </p: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1C8BB81B-F0C1-B8BC-D0D8-E5B4FB0850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6302" y="7450584"/>
              <a:ext cx="0" cy="252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A0C696E9-137A-AF0E-573B-5DE939EE0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66302" y="6619899"/>
              <a:ext cx="0" cy="216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89" name="Picture 388" descr="A picture containing square&#10;&#10;Description automatically generated">
              <a:extLst>
                <a:ext uri="{FF2B5EF4-FFF2-40B4-BE49-F238E27FC236}">
                  <a16:creationId xmlns:a16="http://schemas.microsoft.com/office/drawing/2014/main" id="{ACB92A81-E748-30D1-34C5-2C72F739C6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066302" y="7545822"/>
              <a:ext cx="1371603" cy="1371603"/>
            </a:xfrm>
            <a:prstGeom prst="rect">
              <a:avLst/>
            </a:prstGeom>
          </p:spPr>
        </p:pic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B78F8237-A1A3-BC4C-3C19-34BAE3E622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17087" y="6632663"/>
              <a:ext cx="0" cy="162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580739F6-6CAB-6A38-6190-93C51AFE2090}"/>
                </a:ext>
              </a:extLst>
            </p:cNvPr>
            <p:cNvCxnSpPr>
              <a:cxnSpLocks/>
            </p:cNvCxnSpPr>
            <p:nvPr/>
          </p:nvCxnSpPr>
          <p:spPr>
            <a:xfrm>
              <a:off x="4392371" y="8280687"/>
              <a:ext cx="1440000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34F6410D-D910-B301-0C8A-7A81CADD3DBC}"/>
              </a:ext>
            </a:extLst>
          </p:cNvPr>
          <p:cNvGrpSpPr/>
          <p:nvPr/>
        </p:nvGrpSpPr>
        <p:grpSpPr>
          <a:xfrm>
            <a:off x="5725708" y="385902"/>
            <a:ext cx="1541980" cy="1417195"/>
            <a:chOff x="1553127" y="9356820"/>
            <a:chExt cx="1541980" cy="1417195"/>
          </a:xfrm>
        </p:grpSpPr>
        <p:sp>
          <p:nvSpPr>
            <p:cNvPr id="396" name="TextBox 395">
              <a:extLst>
                <a:ext uri="{FF2B5EF4-FFF2-40B4-BE49-F238E27FC236}">
                  <a16:creationId xmlns:a16="http://schemas.microsoft.com/office/drawing/2014/main" id="{1D291E9B-F0ED-7F14-F9D7-E80529D3BD47}"/>
                </a:ext>
              </a:extLst>
            </p:cNvPr>
            <p:cNvSpPr txBox="1"/>
            <p:nvPr/>
          </p:nvSpPr>
          <p:spPr>
            <a:xfrm>
              <a:off x="2728186" y="9366991"/>
              <a:ext cx="366921" cy="198000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10</a:t>
              </a:r>
              <a:endParaRPr lang="en-IL" sz="1050" dirty="0"/>
            </a:p>
          </p:txBody>
        </p:sp>
        <p:pic>
          <p:nvPicPr>
            <p:cNvPr id="392" name="Picture 391">
              <a:extLst>
                <a:ext uri="{FF2B5EF4-FFF2-40B4-BE49-F238E27FC236}">
                  <a16:creationId xmlns:a16="http://schemas.microsoft.com/office/drawing/2014/main" id="{8E30F86F-446E-075D-CD0F-8B0C966F60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3127" y="9402412"/>
              <a:ext cx="1371603" cy="1371603"/>
            </a:xfrm>
            <a:prstGeom prst="rect">
              <a:avLst/>
            </a:prstGeom>
          </p:spPr>
        </p:pic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F0FA3B2E-C271-8027-D153-7E9E9EDD25A5}"/>
                </a:ext>
              </a:extLst>
            </p:cNvPr>
            <p:cNvCxnSpPr/>
            <p:nvPr/>
          </p:nvCxnSpPr>
          <p:spPr>
            <a:xfrm flipV="1">
              <a:off x="1715241" y="9565165"/>
              <a:ext cx="136975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3" name="Rectangle 392">
              <a:extLst>
                <a:ext uri="{FF2B5EF4-FFF2-40B4-BE49-F238E27FC236}">
                  <a16:creationId xmlns:a16="http://schemas.microsoft.com/office/drawing/2014/main" id="{62570D93-3BCD-31E6-0618-50C25E227201}"/>
                </a:ext>
              </a:extLst>
            </p:cNvPr>
            <p:cNvSpPr/>
            <p:nvPr/>
          </p:nvSpPr>
          <p:spPr>
            <a:xfrm>
              <a:off x="1718836" y="9356820"/>
              <a:ext cx="1376271" cy="125390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L"/>
            </a:p>
          </p:txBody>
        </p:sp>
      </p:grpSp>
      <p:grpSp>
        <p:nvGrpSpPr>
          <p:cNvPr id="402" name="Group 401">
            <a:extLst>
              <a:ext uri="{FF2B5EF4-FFF2-40B4-BE49-F238E27FC236}">
                <a16:creationId xmlns:a16="http://schemas.microsoft.com/office/drawing/2014/main" id="{33F44CF6-E5BB-3890-5ED4-19A45E280BC4}"/>
              </a:ext>
            </a:extLst>
          </p:cNvPr>
          <p:cNvGrpSpPr/>
          <p:nvPr/>
        </p:nvGrpSpPr>
        <p:grpSpPr>
          <a:xfrm>
            <a:off x="5712622" y="1753108"/>
            <a:ext cx="1555064" cy="1416838"/>
            <a:chOff x="1540043" y="9356821"/>
            <a:chExt cx="1555064" cy="1416838"/>
          </a:xfrm>
        </p:grpSpPr>
        <p:pic>
          <p:nvPicPr>
            <p:cNvPr id="403" name="Picture 402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98D9C5DB-E2F4-7C29-6648-9B477D1DB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0043" y="9402056"/>
              <a:ext cx="1371603" cy="1371603"/>
            </a:xfrm>
            <a:prstGeom prst="rect">
              <a:avLst/>
            </a:prstGeom>
          </p:spPr>
        </p:pic>
        <p:grpSp>
          <p:nvGrpSpPr>
            <p:cNvPr id="404" name="Group 403">
              <a:extLst>
                <a:ext uri="{FF2B5EF4-FFF2-40B4-BE49-F238E27FC236}">
                  <a16:creationId xmlns:a16="http://schemas.microsoft.com/office/drawing/2014/main" id="{6FC95FF0-EFDE-91C7-960D-44D61E9E2B49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405" name="TextBox 404">
                <a:extLst>
                  <a:ext uri="{FF2B5EF4-FFF2-40B4-BE49-F238E27FC236}">
                    <a16:creationId xmlns:a16="http://schemas.microsoft.com/office/drawing/2014/main" id="{DF0D4665-653E-E291-E4C5-E260050ECA30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11</a:t>
                </a:r>
                <a:endParaRPr lang="en-IL" sz="1050" dirty="0"/>
              </a:p>
            </p:txBody>
          </p: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69B7A43B-45A0-2195-161C-EF6C0AB686F1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7" name="Rectangle 406">
                <a:extLst>
                  <a:ext uri="{FF2B5EF4-FFF2-40B4-BE49-F238E27FC236}">
                    <a16:creationId xmlns:a16="http://schemas.microsoft.com/office/drawing/2014/main" id="{451A66F1-2A19-1205-04CE-059E95DAE68D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08" name="Group 407">
            <a:extLst>
              <a:ext uri="{FF2B5EF4-FFF2-40B4-BE49-F238E27FC236}">
                <a16:creationId xmlns:a16="http://schemas.microsoft.com/office/drawing/2014/main" id="{940C0B12-39AF-9103-074F-7D152E12D4DB}"/>
              </a:ext>
            </a:extLst>
          </p:cNvPr>
          <p:cNvGrpSpPr/>
          <p:nvPr/>
        </p:nvGrpSpPr>
        <p:grpSpPr>
          <a:xfrm>
            <a:off x="5734764" y="2896630"/>
            <a:ext cx="1542790" cy="1426961"/>
            <a:chOff x="1552317" y="9356821"/>
            <a:chExt cx="1542790" cy="1426961"/>
          </a:xfrm>
        </p:grpSpPr>
        <p:pic>
          <p:nvPicPr>
            <p:cNvPr id="409" name="Picture 408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1BDC48F-86B5-3D56-E011-FA8C6FBA2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2317" y="9412179"/>
              <a:ext cx="1371603" cy="1371603"/>
            </a:xfrm>
            <a:prstGeom prst="rect">
              <a:avLst/>
            </a:prstGeom>
          </p:spPr>
        </p:pic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28A3B3F-9500-3626-B37C-7B335A7ED6B5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411" name="TextBox 410">
                <a:extLst>
                  <a:ext uri="{FF2B5EF4-FFF2-40B4-BE49-F238E27FC236}">
                    <a16:creationId xmlns:a16="http://schemas.microsoft.com/office/drawing/2014/main" id="{53267339-1623-5512-7AA1-ED90BD985A9D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12</a:t>
                </a:r>
                <a:endParaRPr lang="en-IL" sz="1050" dirty="0"/>
              </a:p>
            </p:txBody>
          </p:sp>
          <p:cxnSp>
            <p:nvCxnSpPr>
              <p:cNvPr id="412" name="Straight Connector 411">
                <a:extLst>
                  <a:ext uri="{FF2B5EF4-FFF2-40B4-BE49-F238E27FC236}">
                    <a16:creationId xmlns:a16="http://schemas.microsoft.com/office/drawing/2014/main" id="{FB6FA5A1-7F41-B1A6-417B-3D4E203DA7CD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3" name="Rectangle 412">
                <a:extLst>
                  <a:ext uri="{FF2B5EF4-FFF2-40B4-BE49-F238E27FC236}">
                    <a16:creationId xmlns:a16="http://schemas.microsoft.com/office/drawing/2014/main" id="{53CDCD6A-325C-606D-D31E-1D00B2C3B875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14" name="Group 413">
            <a:extLst>
              <a:ext uri="{FF2B5EF4-FFF2-40B4-BE49-F238E27FC236}">
                <a16:creationId xmlns:a16="http://schemas.microsoft.com/office/drawing/2014/main" id="{650AA76E-E1A5-1D9D-9C2E-AB28AAB7577B}"/>
              </a:ext>
            </a:extLst>
          </p:cNvPr>
          <p:cNvGrpSpPr/>
          <p:nvPr/>
        </p:nvGrpSpPr>
        <p:grpSpPr>
          <a:xfrm>
            <a:off x="5749105" y="4001333"/>
            <a:ext cx="1536653" cy="1433098"/>
            <a:chOff x="1558454" y="9356821"/>
            <a:chExt cx="1536653" cy="1433098"/>
          </a:xfrm>
        </p:grpSpPr>
        <p:pic>
          <p:nvPicPr>
            <p:cNvPr id="415" name="Picture 414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23B7802C-B5CA-B6D4-A6CC-AB3A01F3B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58454" y="9418316"/>
              <a:ext cx="1371603" cy="1371603"/>
            </a:xfrm>
            <a:prstGeom prst="rect">
              <a:avLst/>
            </a:prstGeom>
          </p:spPr>
        </p:pic>
        <p:grpSp>
          <p:nvGrpSpPr>
            <p:cNvPr id="416" name="Group 415">
              <a:extLst>
                <a:ext uri="{FF2B5EF4-FFF2-40B4-BE49-F238E27FC236}">
                  <a16:creationId xmlns:a16="http://schemas.microsoft.com/office/drawing/2014/main" id="{6CA6456A-0CE9-6799-5C45-14E0DAA7BC39}"/>
                </a:ext>
              </a:extLst>
            </p:cNvPr>
            <p:cNvGrpSpPr/>
            <p:nvPr/>
          </p:nvGrpSpPr>
          <p:grpSpPr>
            <a:xfrm>
              <a:off x="1715241" y="9356821"/>
              <a:ext cx="1379866" cy="1020698"/>
              <a:chOff x="1715241" y="9356821"/>
              <a:chExt cx="1379866" cy="1020698"/>
            </a:xfrm>
          </p:grpSpPr>
          <p:sp>
            <p:nvSpPr>
              <p:cNvPr id="417" name="TextBox 416">
                <a:extLst>
                  <a:ext uri="{FF2B5EF4-FFF2-40B4-BE49-F238E27FC236}">
                    <a16:creationId xmlns:a16="http://schemas.microsoft.com/office/drawing/2014/main" id="{83301191-F4FC-E40D-874C-9821FB884467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13</a:t>
                </a:r>
                <a:endParaRPr lang="en-IL" sz="1050" dirty="0"/>
              </a:p>
            </p:txBody>
          </p:sp>
          <p:cxnSp>
            <p:nvCxnSpPr>
              <p:cNvPr id="418" name="Straight Connector 417">
                <a:extLst>
                  <a:ext uri="{FF2B5EF4-FFF2-40B4-BE49-F238E27FC236}">
                    <a16:creationId xmlns:a16="http://schemas.microsoft.com/office/drawing/2014/main" id="{5499520C-1A6D-F2C7-CD8E-B16D1FCB9048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9" name="Rectangle 418">
                <a:extLst>
                  <a:ext uri="{FF2B5EF4-FFF2-40B4-BE49-F238E27FC236}">
                    <a16:creationId xmlns:a16="http://schemas.microsoft.com/office/drawing/2014/main" id="{F886F2BD-85F6-4CC8-D0AE-EF2F78814C54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20" name="Group 419">
            <a:extLst>
              <a:ext uri="{FF2B5EF4-FFF2-40B4-BE49-F238E27FC236}">
                <a16:creationId xmlns:a16="http://schemas.microsoft.com/office/drawing/2014/main" id="{4D170AD2-1A2F-4F90-9947-A2227CA5C27C}"/>
              </a:ext>
            </a:extLst>
          </p:cNvPr>
          <p:cNvGrpSpPr/>
          <p:nvPr/>
        </p:nvGrpSpPr>
        <p:grpSpPr>
          <a:xfrm>
            <a:off x="5757002" y="5095737"/>
            <a:ext cx="1531988" cy="1426067"/>
            <a:chOff x="3716153" y="9330502"/>
            <a:chExt cx="1531988" cy="1426067"/>
          </a:xfrm>
        </p:grpSpPr>
        <p:pic>
          <p:nvPicPr>
            <p:cNvPr id="421" name="Picture 420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B33CDE62-42F0-65EA-CB8E-B8F7597689AB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6153" y="9384966"/>
              <a:ext cx="1371603" cy="1371603"/>
            </a:xfrm>
            <a:prstGeom prst="rect">
              <a:avLst/>
            </a:prstGeom>
          </p:spPr>
        </p:pic>
        <p:grpSp>
          <p:nvGrpSpPr>
            <p:cNvPr id="422" name="Group 421">
              <a:extLst>
                <a:ext uri="{FF2B5EF4-FFF2-40B4-BE49-F238E27FC236}">
                  <a16:creationId xmlns:a16="http://schemas.microsoft.com/office/drawing/2014/main" id="{13CEAF28-6ABE-9EF9-C9B7-577542366C75}"/>
                </a:ext>
              </a:extLst>
            </p:cNvPr>
            <p:cNvGrpSpPr/>
            <p:nvPr/>
          </p:nvGrpSpPr>
          <p:grpSpPr>
            <a:xfrm>
              <a:off x="3868275" y="9330502"/>
              <a:ext cx="1379866" cy="1020698"/>
              <a:chOff x="1715241" y="9356821"/>
              <a:chExt cx="1379866" cy="1020698"/>
            </a:xfrm>
          </p:grpSpPr>
          <p:sp>
            <p:nvSpPr>
              <p:cNvPr id="423" name="TextBox 422">
                <a:extLst>
                  <a:ext uri="{FF2B5EF4-FFF2-40B4-BE49-F238E27FC236}">
                    <a16:creationId xmlns:a16="http://schemas.microsoft.com/office/drawing/2014/main" id="{864ED378-F1BB-13B5-D3C3-E934F633593D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14</a:t>
                </a:r>
                <a:endParaRPr lang="en-IL" sz="1050" dirty="0"/>
              </a:p>
            </p:txBody>
          </p:sp>
          <p:cxnSp>
            <p:nvCxnSpPr>
              <p:cNvPr id="424" name="Straight Connector 423">
                <a:extLst>
                  <a:ext uri="{FF2B5EF4-FFF2-40B4-BE49-F238E27FC236}">
                    <a16:creationId xmlns:a16="http://schemas.microsoft.com/office/drawing/2014/main" id="{48A38188-F1D2-D6E9-DD2F-8529B0434543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5" name="Rectangle 424">
                <a:extLst>
                  <a:ext uri="{FF2B5EF4-FFF2-40B4-BE49-F238E27FC236}">
                    <a16:creationId xmlns:a16="http://schemas.microsoft.com/office/drawing/2014/main" id="{27B116C1-CE2C-226C-0C7B-7661A68846EA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26" name="Group 425">
            <a:extLst>
              <a:ext uri="{FF2B5EF4-FFF2-40B4-BE49-F238E27FC236}">
                <a16:creationId xmlns:a16="http://schemas.microsoft.com/office/drawing/2014/main" id="{4379C9A6-580B-2792-B7C6-E8D9821AD42E}"/>
              </a:ext>
            </a:extLst>
          </p:cNvPr>
          <p:cNvGrpSpPr/>
          <p:nvPr/>
        </p:nvGrpSpPr>
        <p:grpSpPr>
          <a:xfrm>
            <a:off x="5753503" y="6190291"/>
            <a:ext cx="1527976" cy="1429062"/>
            <a:chOff x="5899470" y="9366992"/>
            <a:chExt cx="1527977" cy="1429063"/>
          </a:xfrm>
        </p:grpSpPr>
        <p:pic>
          <p:nvPicPr>
            <p:cNvPr id="427" name="Picture 426" descr="A picture containing shape&#10;&#10;Description automatically generated">
              <a:extLst>
                <a:ext uri="{FF2B5EF4-FFF2-40B4-BE49-F238E27FC236}">
                  <a16:creationId xmlns:a16="http://schemas.microsoft.com/office/drawing/2014/main" id="{CEC7289A-F514-B295-DBBA-9CAE02DEC206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99470" y="9424452"/>
              <a:ext cx="1371603" cy="1371603"/>
            </a:xfrm>
            <a:prstGeom prst="rect">
              <a:avLst/>
            </a:prstGeom>
          </p:spPr>
        </p:pic>
        <p:grpSp>
          <p:nvGrpSpPr>
            <p:cNvPr id="428" name="Group 427">
              <a:extLst>
                <a:ext uri="{FF2B5EF4-FFF2-40B4-BE49-F238E27FC236}">
                  <a16:creationId xmlns:a16="http://schemas.microsoft.com/office/drawing/2014/main" id="{0803FDC7-C6FB-F0DF-E319-B9C31716FA17}"/>
                </a:ext>
              </a:extLst>
            </p:cNvPr>
            <p:cNvGrpSpPr/>
            <p:nvPr/>
          </p:nvGrpSpPr>
          <p:grpSpPr>
            <a:xfrm>
              <a:off x="6047581" y="9366992"/>
              <a:ext cx="1379866" cy="1020698"/>
              <a:chOff x="1715241" y="9356821"/>
              <a:chExt cx="1379866" cy="1020698"/>
            </a:xfrm>
          </p:grpSpPr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BD431F9B-E518-5A11-205C-D7E1D4189DA0}"/>
                  </a:ext>
                </a:extLst>
              </p:cNvPr>
              <p:cNvSpPr txBox="1"/>
              <p:nvPr/>
            </p:nvSpPr>
            <p:spPr>
              <a:xfrm>
                <a:off x="2728186" y="9366993"/>
                <a:ext cx="366921" cy="198000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15</a:t>
                </a:r>
                <a:endParaRPr lang="en-IL" sz="1050" dirty="0"/>
              </a:p>
            </p:txBody>
          </p:sp>
          <p:cxnSp>
            <p:nvCxnSpPr>
              <p:cNvPr id="430" name="Straight Connector 429">
                <a:extLst>
                  <a:ext uri="{FF2B5EF4-FFF2-40B4-BE49-F238E27FC236}">
                    <a16:creationId xmlns:a16="http://schemas.microsoft.com/office/drawing/2014/main" id="{3DBFB451-D3A6-933F-457F-C1A901A792C9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1" name="Rectangle 430">
                <a:extLst>
                  <a:ext uri="{FF2B5EF4-FFF2-40B4-BE49-F238E27FC236}">
                    <a16:creationId xmlns:a16="http://schemas.microsoft.com/office/drawing/2014/main" id="{25EA5F4B-46E9-B81F-91E2-BB7CB991B9B2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</p:grpSp>
      <p:grpSp>
        <p:nvGrpSpPr>
          <p:cNvPr id="432" name="Group 431">
            <a:extLst>
              <a:ext uri="{FF2B5EF4-FFF2-40B4-BE49-F238E27FC236}">
                <a16:creationId xmlns:a16="http://schemas.microsoft.com/office/drawing/2014/main" id="{CB764B38-2875-5C44-418B-42B8CFD514A4}"/>
              </a:ext>
            </a:extLst>
          </p:cNvPr>
          <p:cNvGrpSpPr/>
          <p:nvPr/>
        </p:nvGrpSpPr>
        <p:grpSpPr>
          <a:xfrm>
            <a:off x="5749201" y="7286713"/>
            <a:ext cx="1530516" cy="1506656"/>
            <a:chOff x="2760996" y="7624878"/>
            <a:chExt cx="1530516" cy="1506656"/>
          </a:xfrm>
        </p:grpSpPr>
        <p:grpSp>
          <p:nvGrpSpPr>
            <p:cNvPr id="433" name="Group 432">
              <a:extLst>
                <a:ext uri="{FF2B5EF4-FFF2-40B4-BE49-F238E27FC236}">
                  <a16:creationId xmlns:a16="http://schemas.microsoft.com/office/drawing/2014/main" id="{D6EAB65D-DF8F-8A68-EFE9-C955FAA82BD5}"/>
                </a:ext>
              </a:extLst>
            </p:cNvPr>
            <p:cNvGrpSpPr/>
            <p:nvPr/>
          </p:nvGrpSpPr>
          <p:grpSpPr>
            <a:xfrm>
              <a:off x="2911646" y="7624878"/>
              <a:ext cx="1379866" cy="1371603"/>
              <a:chOff x="1715241" y="9356821"/>
              <a:chExt cx="1379866" cy="1020698"/>
            </a:xfrm>
          </p:grpSpPr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240B5127-4C80-A22C-B482-50C710C55046}"/>
                  </a:ext>
                </a:extLst>
              </p:cNvPr>
              <p:cNvSpPr txBox="1"/>
              <p:nvPr/>
            </p:nvSpPr>
            <p:spPr>
              <a:xfrm>
                <a:off x="2728186" y="9366992"/>
                <a:ext cx="366921" cy="188955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/>
                  <a:t>16</a:t>
                </a:r>
              </a:p>
            </p:txBody>
          </p:sp>
          <p:cxnSp>
            <p:nvCxnSpPr>
              <p:cNvPr id="436" name="Straight Connector 435">
                <a:extLst>
                  <a:ext uri="{FF2B5EF4-FFF2-40B4-BE49-F238E27FC236}">
                    <a16:creationId xmlns:a16="http://schemas.microsoft.com/office/drawing/2014/main" id="{8D228522-D404-6B8E-1992-76595119FB4D}"/>
                  </a:ext>
                </a:extLst>
              </p:cNvPr>
              <p:cNvCxnSpPr/>
              <p:nvPr/>
            </p:nvCxnSpPr>
            <p:spPr>
              <a:xfrm flipV="1">
                <a:off x="1715241" y="9565165"/>
                <a:ext cx="136975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7" name="Rectangle 436">
                <a:extLst>
                  <a:ext uri="{FF2B5EF4-FFF2-40B4-BE49-F238E27FC236}">
                    <a16:creationId xmlns:a16="http://schemas.microsoft.com/office/drawing/2014/main" id="{E6CA1488-5330-F348-21ED-F4C801B60C21}"/>
                  </a:ext>
                </a:extLst>
              </p:cNvPr>
              <p:cNvSpPr/>
              <p:nvPr/>
            </p:nvSpPr>
            <p:spPr>
              <a:xfrm>
                <a:off x="1718836" y="9356821"/>
                <a:ext cx="1376271" cy="102069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L"/>
              </a:p>
            </p:txBody>
          </p:sp>
        </p:grpSp>
        <p:pic>
          <p:nvPicPr>
            <p:cNvPr id="434" name="Picture 433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EF7840DA-5C4C-54BF-B77C-E6CDCFC22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60996" y="7759931"/>
              <a:ext cx="1371603" cy="1371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49518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2697</TotalTime>
  <Words>68</Words>
  <Application>Microsoft Office PowerPoint</Application>
  <PresentationFormat>Custom</PresentationFormat>
  <Paragraphs>32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Rachel Kolodny</dc:creator>
  <cp:lastModifiedBy>Rachel Kolodny</cp:lastModifiedBy>
  <cp:revision>20</cp:revision>
  <dcterms:created xsi:type="dcterms:W3CDTF">2022-05-23T14:15:13Z</dcterms:created>
  <dcterms:modified xsi:type="dcterms:W3CDTF">2022-05-25T11:12:31Z</dcterms:modified>
</cp:coreProperties>
</file>