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56" r:id="rId4"/>
    <p:sldId id="258" r:id="rId5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18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848" autoAdjust="0"/>
  </p:normalViewPr>
  <p:slideViewPr>
    <p:cSldViewPr snapToGrid="0">
      <p:cViewPr varScale="1">
        <p:scale>
          <a:sx n="56" d="100"/>
          <a:sy n="56" d="100"/>
        </p:scale>
        <p:origin x="27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FA93C-6D64-4F37-9B01-2B90727F4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3AB32B-9C6C-4788-BD1E-AC4B0F688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BB6EC-497B-40A8-B8B6-8337651BB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E3C7-29B9-4001-806E-B701B910C4AB}" type="datetimeFigureOut">
              <a:rPr lang="en-IL" smtClean="0"/>
              <a:t>17/03/2022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BC1E1-59E6-4CAB-8323-58D18A7C0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85FFB-29C9-4152-897B-DD0FC30C1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E53D0-A8E7-4851-91F3-5EF4AEDA334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09883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87BC1-03DB-4AE0-8EB5-8FFF7C341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FE4C3-9E2C-4616-9354-C7890D4E0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0599F-5CDF-4D8F-BF69-0B87BEA94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E3C7-29B9-4001-806E-B701B910C4AB}" type="datetimeFigureOut">
              <a:rPr lang="en-IL" smtClean="0"/>
              <a:t>17/03/2022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C55AC-18FB-4CEE-B2D3-9BD1664FC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17C2E-EEA7-43D1-8C9E-8623874DB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E53D0-A8E7-4851-91F3-5EF4AEDA334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75925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571B9-6341-4065-831A-F3A9F7BFE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F082D-6005-4228-99FC-EA7C41F19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68C81-9E43-4FAD-8373-33312DDB6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E3C7-29B9-4001-806E-B701B910C4AB}" type="datetimeFigureOut">
              <a:rPr lang="en-IL" smtClean="0"/>
              <a:t>17/03/2022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E6523-868A-4821-9229-823676F87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448E3-0B9C-4556-B470-2ECA7A33B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E53D0-A8E7-4851-91F3-5EF4AEDA334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29292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A8838-1FBB-4DA6-AFEE-92B977D36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03401-46A8-4327-AC68-A40715C513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71C7C-B73F-41A0-9DAC-FB8EDBC5E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8799BF-C9F1-48A9-8AAA-D82A3F21B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E3C7-29B9-4001-806E-B701B910C4AB}" type="datetimeFigureOut">
              <a:rPr lang="en-IL" smtClean="0"/>
              <a:t>17/03/2022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1AECF7-9EBD-4F26-8D18-F75F3A8DF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EE41D5-9A0A-46A1-8B83-999B22F2C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E53D0-A8E7-4851-91F3-5EF4AEDA334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7559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57FB1-78AC-4FFE-9FC9-2E06095BD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15271-9D04-4AA7-964A-12312AEF7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B4A606-D294-467A-AF4E-DB7ACCB0F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C87679-7105-4999-B492-D6CE4D1AD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53777C-217A-4B21-AD8C-8D1D33C82F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B88774-99A7-4E64-8C8E-170711CC2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E3C7-29B9-4001-806E-B701B910C4AB}" type="datetimeFigureOut">
              <a:rPr lang="en-IL" smtClean="0"/>
              <a:t>17/03/2022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92A2F3-E957-4612-BD6F-8933B2719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611060-488A-41DF-B7BE-3A8396FF8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E53D0-A8E7-4851-91F3-5EF4AEDA334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75728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09362-6D9C-42E9-AD46-6F684700F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C2FBC-0648-40AF-8E01-5CCA95EFE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E3C7-29B9-4001-806E-B701B910C4AB}" type="datetimeFigureOut">
              <a:rPr lang="en-IL" smtClean="0"/>
              <a:t>17/03/2022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6F6256-2224-4A8C-8052-407A5AA92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2AB48F-AA90-49C9-9F98-786774D2B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E53D0-A8E7-4851-91F3-5EF4AEDA334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90922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936F4B-33B9-4C3E-90DD-FF162B77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E3C7-29B9-4001-806E-B701B910C4AB}" type="datetimeFigureOut">
              <a:rPr lang="en-IL" smtClean="0"/>
              <a:t>17/03/2022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B33862-8687-4D9C-A7AE-C2DA6D1A8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E5C8E-70C8-4478-B671-9F40BDE0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E53D0-A8E7-4851-91F3-5EF4AEDA334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29702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67859-4920-48EC-9DF3-850B79C5A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3050A-D267-4855-8A7F-FAA994050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BC875-ECAF-45A5-B68D-EA11D3F94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C0D12A-266D-4D61-AE82-2E80FD5B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E3C7-29B9-4001-806E-B701B910C4AB}" type="datetimeFigureOut">
              <a:rPr lang="en-IL" smtClean="0"/>
              <a:t>17/03/2022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0A994-1BCC-4EC5-8D7C-F55B01EDE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43D9C-95B1-4502-8B3B-051E01ACA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E53D0-A8E7-4851-91F3-5EF4AEDA334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90893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E6327-DFC8-4A00-94F5-01C4699F6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8D2934-2F01-442E-815A-30930F23B0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72694-7295-4155-A3EC-56BAC02A5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9785C7-0A73-4C7F-9DD7-FCA7A43B8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E3C7-29B9-4001-806E-B701B910C4AB}" type="datetimeFigureOut">
              <a:rPr lang="en-IL" smtClean="0"/>
              <a:t>17/03/2022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CD79BD-A7C1-4F38-8E35-BC995161B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A3F1D-14A9-4E01-A36A-82DC01099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E53D0-A8E7-4851-91F3-5EF4AEDA334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94701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5662B-DB16-48D8-96B1-0E1DEC98E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229A58-1479-4175-BABA-000C5AD6E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37A9E-8C4E-4334-B7CF-C0974B4B3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E3C7-29B9-4001-806E-B701B910C4AB}" type="datetimeFigureOut">
              <a:rPr lang="en-IL" smtClean="0"/>
              <a:t>17/03/2022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8A674-6EE5-47F5-A039-EF6950FF5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97FCE-29D0-4C8F-9915-96A29E1D8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E53D0-A8E7-4851-91F3-5EF4AEDA334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40352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BEAAC3-2E75-4A2D-98A4-54C07C4588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C0A28-9AC8-41DB-93F3-3E21F6984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C4627-0CB8-40AF-8E3A-1FC1EC759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E3C7-29B9-4001-806E-B701B910C4AB}" type="datetimeFigureOut">
              <a:rPr lang="en-IL" smtClean="0"/>
              <a:t>17/03/2022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DED53-A8D6-4C5B-A3AF-72623F34F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00BCB-7439-4597-A60C-03D580CDD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E53D0-A8E7-4851-91F3-5EF4AEDA334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13162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0075A1-B9F0-4DBD-AE91-3147C4313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F7F8ED-39DD-4D8C-A03E-00DF984BE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9693F-E1DC-4F6C-B5B3-904AD341ED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7E3C7-29B9-4001-806E-B701B910C4AB}" type="datetimeFigureOut">
              <a:rPr lang="en-IL" smtClean="0"/>
              <a:t>17/03/2022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73341-DE38-46F2-9273-4BD1DB5A09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AAC22-00CB-422C-A6B8-E1D8076F9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BE53D0-A8E7-4851-91F3-5EF4AEDA334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69110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microsoft.com/office/2007/relationships/hdphoto" Target="../media/hdphoto4.wdp"/><Relationship Id="rId7" Type="http://schemas.microsoft.com/office/2007/relationships/hdphoto" Target="../media/hdphoto6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microsoft.com/office/2007/relationships/hdphoto" Target="../media/hdphoto5.wdp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F9FADEBC-90C8-4342-ADBA-524E30B73AE3}"/>
              </a:ext>
            </a:extLst>
          </p:cNvPr>
          <p:cNvGrpSpPr/>
          <p:nvPr/>
        </p:nvGrpSpPr>
        <p:grpSpPr>
          <a:xfrm>
            <a:off x="6824828" y="914882"/>
            <a:ext cx="4800782" cy="1143408"/>
            <a:chOff x="2397302" y="1871324"/>
            <a:chExt cx="5954405" cy="1143408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265ABC9-7783-489D-BBE2-DEFF95DDEEB4}"/>
                </a:ext>
              </a:extLst>
            </p:cNvPr>
            <p:cNvSpPr/>
            <p:nvPr/>
          </p:nvSpPr>
          <p:spPr>
            <a:xfrm>
              <a:off x="2397302" y="1871324"/>
              <a:ext cx="5954405" cy="945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2629136-E6F3-48EB-8492-FDAD74C1CDD8}"/>
                </a:ext>
              </a:extLst>
            </p:cNvPr>
            <p:cNvSpPr/>
            <p:nvPr/>
          </p:nvSpPr>
          <p:spPr>
            <a:xfrm>
              <a:off x="2397302" y="2920139"/>
              <a:ext cx="5954405" cy="9459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1286B938-D99E-440B-B62B-518853ED990C}"/>
              </a:ext>
            </a:extLst>
          </p:cNvPr>
          <p:cNvSpPr txBox="1"/>
          <p:nvPr/>
        </p:nvSpPr>
        <p:spPr>
          <a:xfrm>
            <a:off x="10336507" y="1301920"/>
            <a:ext cx="162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Cell Membrane</a:t>
            </a:r>
            <a:endParaRPr lang="en-IL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91CAD42-5F93-444C-89CB-9C6D19AA7129}"/>
              </a:ext>
            </a:extLst>
          </p:cNvPr>
          <p:cNvSpPr txBox="1"/>
          <p:nvPr/>
        </p:nvSpPr>
        <p:spPr>
          <a:xfrm>
            <a:off x="10318136" y="616052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</a:t>
            </a:r>
            <a:endParaRPr lang="en-IL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926A496-C2C2-4B6B-8207-227C82111853}"/>
              </a:ext>
            </a:extLst>
          </p:cNvPr>
          <p:cNvSpPr txBox="1"/>
          <p:nvPr/>
        </p:nvSpPr>
        <p:spPr>
          <a:xfrm>
            <a:off x="10318136" y="199295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</a:t>
            </a:r>
            <a:endParaRPr lang="en-IL" dirty="0"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55E8B71D-349E-41C1-9A3D-0133C2C3DE44}"/>
              </a:ext>
            </a:extLst>
          </p:cNvPr>
          <p:cNvSpPr/>
          <p:nvPr/>
        </p:nvSpPr>
        <p:spPr>
          <a:xfrm rot="10800000">
            <a:off x="8920568" y="283464"/>
            <a:ext cx="375498" cy="323464"/>
          </a:xfrm>
          <a:prstGeom prst="triangle">
            <a:avLst/>
          </a:prstGeom>
          <a:solidFill>
            <a:srgbClr val="F018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A0774D3-6454-4E4C-8BEA-8DD5A514553A}"/>
              </a:ext>
            </a:extLst>
          </p:cNvPr>
          <p:cNvGrpSpPr/>
          <p:nvPr/>
        </p:nvGrpSpPr>
        <p:grpSpPr>
          <a:xfrm>
            <a:off x="9144437" y="2423817"/>
            <a:ext cx="598717" cy="588695"/>
            <a:chOff x="9089569" y="3257879"/>
            <a:chExt cx="598717" cy="588695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D0B3DADE-283E-4DB3-B93C-3D5B9C90BF88}"/>
                </a:ext>
              </a:extLst>
            </p:cNvPr>
            <p:cNvSpPr/>
            <p:nvPr/>
          </p:nvSpPr>
          <p:spPr>
            <a:xfrm>
              <a:off x="9089569" y="3265718"/>
              <a:ext cx="598717" cy="58085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9BBD9FE-43EA-42BA-97EC-A7CBA100102D}"/>
                </a:ext>
              </a:extLst>
            </p:cNvPr>
            <p:cNvSpPr txBox="1"/>
            <p:nvPr/>
          </p:nvSpPr>
          <p:spPr>
            <a:xfrm>
              <a:off x="9152110" y="3257879"/>
              <a:ext cx="44435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/>
                <a:t>G</a:t>
              </a:r>
              <a:endParaRPr lang="en-IL" b="1" dirty="0"/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FA3A95C2-EC6F-4C55-B27C-1D0988D3F3C8}"/>
              </a:ext>
            </a:extLst>
          </p:cNvPr>
          <p:cNvSpPr/>
          <p:nvPr/>
        </p:nvSpPr>
        <p:spPr>
          <a:xfrm>
            <a:off x="693076" y="4063281"/>
            <a:ext cx="4232976" cy="2691279"/>
          </a:xfrm>
          <a:custGeom>
            <a:avLst/>
            <a:gdLst>
              <a:gd name="connsiteX0" fmla="*/ 0 w 5197738"/>
              <a:gd name="connsiteY0" fmla="*/ 2532789 h 5065578"/>
              <a:gd name="connsiteX1" fmla="*/ 2598869 w 5197738"/>
              <a:gd name="connsiteY1" fmla="*/ 0 h 5065578"/>
              <a:gd name="connsiteX2" fmla="*/ 5197738 w 5197738"/>
              <a:gd name="connsiteY2" fmla="*/ 2532789 h 5065578"/>
              <a:gd name="connsiteX3" fmla="*/ 2598869 w 5197738"/>
              <a:gd name="connsiteY3" fmla="*/ 5065578 h 5065578"/>
              <a:gd name="connsiteX4" fmla="*/ 0 w 5197738"/>
              <a:gd name="connsiteY4" fmla="*/ 2532789 h 5065578"/>
              <a:gd name="connsiteX0" fmla="*/ 0 w 4892938"/>
              <a:gd name="connsiteY0" fmla="*/ 2578239 h 5126272"/>
              <a:gd name="connsiteX1" fmla="*/ 2598869 w 4892938"/>
              <a:gd name="connsiteY1" fmla="*/ 45450 h 5126272"/>
              <a:gd name="connsiteX2" fmla="*/ 4892938 w 4892938"/>
              <a:gd name="connsiteY2" fmla="*/ 1548225 h 5126272"/>
              <a:gd name="connsiteX3" fmla="*/ 2598869 w 4892938"/>
              <a:gd name="connsiteY3" fmla="*/ 5111028 h 5126272"/>
              <a:gd name="connsiteX4" fmla="*/ 0 w 4892938"/>
              <a:gd name="connsiteY4" fmla="*/ 2578239 h 5126272"/>
              <a:gd name="connsiteX0" fmla="*/ 0 w 4377932"/>
              <a:gd name="connsiteY0" fmla="*/ 1892274 h 5078274"/>
              <a:gd name="connsiteX1" fmla="*/ 2083863 w 4377932"/>
              <a:gd name="connsiteY1" fmla="*/ 11126 h 5078274"/>
              <a:gd name="connsiteX2" fmla="*/ 4377932 w 4377932"/>
              <a:gd name="connsiteY2" fmla="*/ 1513901 h 5078274"/>
              <a:gd name="connsiteX3" fmla="*/ 2083863 w 4377932"/>
              <a:gd name="connsiteY3" fmla="*/ 5076704 h 5078274"/>
              <a:gd name="connsiteX4" fmla="*/ 0 w 4377932"/>
              <a:gd name="connsiteY4" fmla="*/ 1892274 h 5078274"/>
              <a:gd name="connsiteX0" fmla="*/ 1007 w 4378939"/>
              <a:gd name="connsiteY0" fmla="*/ 1892274 h 2828533"/>
              <a:gd name="connsiteX1" fmla="*/ 2084870 w 4378939"/>
              <a:gd name="connsiteY1" fmla="*/ 11126 h 2828533"/>
              <a:gd name="connsiteX2" fmla="*/ 4378939 w 4378939"/>
              <a:gd name="connsiteY2" fmla="*/ 1513901 h 2828533"/>
              <a:gd name="connsiteX3" fmla="*/ 1845384 w 4378939"/>
              <a:gd name="connsiteY3" fmla="*/ 2823361 h 2828533"/>
              <a:gd name="connsiteX4" fmla="*/ 1007 w 4378939"/>
              <a:gd name="connsiteY4" fmla="*/ 1892274 h 2828533"/>
              <a:gd name="connsiteX0" fmla="*/ 14966 w 4392898"/>
              <a:gd name="connsiteY0" fmla="*/ 1931282 h 2867541"/>
              <a:gd name="connsiteX1" fmla="*/ 1046480 w 4392898"/>
              <a:gd name="connsiteY1" fmla="*/ 503374 h 2867541"/>
              <a:gd name="connsiteX2" fmla="*/ 2098829 w 4392898"/>
              <a:gd name="connsiteY2" fmla="*/ 50134 h 2867541"/>
              <a:gd name="connsiteX3" fmla="*/ 4392898 w 4392898"/>
              <a:gd name="connsiteY3" fmla="*/ 1552909 h 2867541"/>
              <a:gd name="connsiteX4" fmla="*/ 1859343 w 4392898"/>
              <a:gd name="connsiteY4" fmla="*/ 2862369 h 2867541"/>
              <a:gd name="connsiteX5" fmla="*/ 14966 w 4392898"/>
              <a:gd name="connsiteY5" fmla="*/ 1931282 h 2867541"/>
              <a:gd name="connsiteX0" fmla="*/ 87889 w 4465821"/>
              <a:gd name="connsiteY0" fmla="*/ 1904150 h 2839578"/>
              <a:gd name="connsiteX1" fmla="*/ 488032 w 4465821"/>
              <a:gd name="connsiteY1" fmla="*/ 704842 h 2839578"/>
              <a:gd name="connsiteX2" fmla="*/ 2171752 w 4465821"/>
              <a:gd name="connsiteY2" fmla="*/ 23002 h 2839578"/>
              <a:gd name="connsiteX3" fmla="*/ 4465821 w 4465821"/>
              <a:gd name="connsiteY3" fmla="*/ 1525777 h 2839578"/>
              <a:gd name="connsiteX4" fmla="*/ 1932266 w 4465821"/>
              <a:gd name="connsiteY4" fmla="*/ 2835237 h 2839578"/>
              <a:gd name="connsiteX5" fmla="*/ 87889 w 4465821"/>
              <a:gd name="connsiteY5" fmla="*/ 1904150 h 2839578"/>
              <a:gd name="connsiteX0" fmla="*/ 87889 w 4552420"/>
              <a:gd name="connsiteY0" fmla="*/ 1888998 h 2824426"/>
              <a:gd name="connsiteX1" fmla="*/ 488032 w 4552420"/>
              <a:gd name="connsiteY1" fmla="*/ 689690 h 2824426"/>
              <a:gd name="connsiteX2" fmla="*/ 2171752 w 4552420"/>
              <a:gd name="connsiteY2" fmla="*/ 7850 h 2824426"/>
              <a:gd name="connsiteX3" fmla="*/ 3797290 w 4552420"/>
              <a:gd name="connsiteY3" fmla="*/ 395776 h 2824426"/>
              <a:gd name="connsiteX4" fmla="*/ 4465821 w 4552420"/>
              <a:gd name="connsiteY4" fmla="*/ 1510625 h 2824426"/>
              <a:gd name="connsiteX5" fmla="*/ 1932266 w 4552420"/>
              <a:gd name="connsiteY5" fmla="*/ 2820085 h 2824426"/>
              <a:gd name="connsiteX6" fmla="*/ 87889 w 4552420"/>
              <a:gd name="connsiteY6" fmla="*/ 1888998 h 2824426"/>
              <a:gd name="connsiteX0" fmla="*/ 87889 w 4545462"/>
              <a:gd name="connsiteY0" fmla="*/ 1903969 h 2839397"/>
              <a:gd name="connsiteX1" fmla="*/ 488032 w 4545462"/>
              <a:gd name="connsiteY1" fmla="*/ 704661 h 2839397"/>
              <a:gd name="connsiteX2" fmla="*/ 2171752 w 4545462"/>
              <a:gd name="connsiteY2" fmla="*/ 22821 h 2839397"/>
              <a:gd name="connsiteX3" fmla="*/ 3721090 w 4545462"/>
              <a:gd name="connsiteY3" fmla="*/ 291004 h 2839397"/>
              <a:gd name="connsiteX4" fmla="*/ 4465821 w 4545462"/>
              <a:gd name="connsiteY4" fmla="*/ 1525596 h 2839397"/>
              <a:gd name="connsiteX5" fmla="*/ 1932266 w 4545462"/>
              <a:gd name="connsiteY5" fmla="*/ 2835056 h 2839397"/>
              <a:gd name="connsiteX6" fmla="*/ 87889 w 4545462"/>
              <a:gd name="connsiteY6" fmla="*/ 1903969 h 2839397"/>
              <a:gd name="connsiteX0" fmla="*/ 87889 w 4676550"/>
              <a:gd name="connsiteY0" fmla="*/ 1903969 h 2836286"/>
              <a:gd name="connsiteX1" fmla="*/ 488032 w 4676550"/>
              <a:gd name="connsiteY1" fmla="*/ 704661 h 2836286"/>
              <a:gd name="connsiteX2" fmla="*/ 2171752 w 4676550"/>
              <a:gd name="connsiteY2" fmla="*/ 22821 h 2836286"/>
              <a:gd name="connsiteX3" fmla="*/ 3721090 w 4676550"/>
              <a:gd name="connsiteY3" fmla="*/ 291004 h 2836286"/>
              <a:gd name="connsiteX4" fmla="*/ 4607335 w 4676550"/>
              <a:gd name="connsiteY4" fmla="*/ 1710653 h 2836286"/>
              <a:gd name="connsiteX5" fmla="*/ 1932266 w 4676550"/>
              <a:gd name="connsiteY5" fmla="*/ 2835056 h 2836286"/>
              <a:gd name="connsiteX6" fmla="*/ 87889 w 4676550"/>
              <a:gd name="connsiteY6" fmla="*/ 1903969 h 2836286"/>
              <a:gd name="connsiteX0" fmla="*/ 87889 w 4607989"/>
              <a:gd name="connsiteY0" fmla="*/ 1903969 h 2844026"/>
              <a:gd name="connsiteX1" fmla="*/ 488032 w 4607989"/>
              <a:gd name="connsiteY1" fmla="*/ 704661 h 2844026"/>
              <a:gd name="connsiteX2" fmla="*/ 2171752 w 4607989"/>
              <a:gd name="connsiteY2" fmla="*/ 22821 h 2844026"/>
              <a:gd name="connsiteX3" fmla="*/ 3721090 w 4607989"/>
              <a:gd name="connsiteY3" fmla="*/ 291004 h 2844026"/>
              <a:gd name="connsiteX4" fmla="*/ 4607335 w 4607989"/>
              <a:gd name="connsiteY4" fmla="*/ 1710653 h 2844026"/>
              <a:gd name="connsiteX5" fmla="*/ 3590460 w 4607989"/>
              <a:gd name="connsiteY5" fmla="*/ 2337519 h 2844026"/>
              <a:gd name="connsiteX6" fmla="*/ 1932266 w 4607989"/>
              <a:gd name="connsiteY6" fmla="*/ 2835056 h 2844026"/>
              <a:gd name="connsiteX7" fmla="*/ 87889 w 4607989"/>
              <a:gd name="connsiteY7" fmla="*/ 1903969 h 2844026"/>
              <a:gd name="connsiteX0" fmla="*/ 87889 w 4607989"/>
              <a:gd name="connsiteY0" fmla="*/ 1903969 h 2845997"/>
              <a:gd name="connsiteX1" fmla="*/ 488032 w 4607989"/>
              <a:gd name="connsiteY1" fmla="*/ 704661 h 2845997"/>
              <a:gd name="connsiteX2" fmla="*/ 2171752 w 4607989"/>
              <a:gd name="connsiteY2" fmla="*/ 22821 h 2845997"/>
              <a:gd name="connsiteX3" fmla="*/ 3721090 w 4607989"/>
              <a:gd name="connsiteY3" fmla="*/ 291004 h 2845997"/>
              <a:gd name="connsiteX4" fmla="*/ 4607335 w 4607989"/>
              <a:gd name="connsiteY4" fmla="*/ 1710653 h 2845997"/>
              <a:gd name="connsiteX5" fmla="*/ 3927917 w 4607989"/>
              <a:gd name="connsiteY5" fmla="*/ 2370176 h 2845997"/>
              <a:gd name="connsiteX6" fmla="*/ 1932266 w 4607989"/>
              <a:gd name="connsiteY6" fmla="*/ 2835056 h 2845997"/>
              <a:gd name="connsiteX7" fmla="*/ 87889 w 4607989"/>
              <a:gd name="connsiteY7" fmla="*/ 1903969 h 2845997"/>
              <a:gd name="connsiteX0" fmla="*/ 75627 w 4595727"/>
              <a:gd name="connsiteY0" fmla="*/ 1903969 h 2679351"/>
              <a:gd name="connsiteX1" fmla="*/ 475770 w 4595727"/>
              <a:gd name="connsiteY1" fmla="*/ 704661 h 2679351"/>
              <a:gd name="connsiteX2" fmla="*/ 2159490 w 4595727"/>
              <a:gd name="connsiteY2" fmla="*/ 22821 h 2679351"/>
              <a:gd name="connsiteX3" fmla="*/ 3708828 w 4595727"/>
              <a:gd name="connsiteY3" fmla="*/ 291004 h 2679351"/>
              <a:gd name="connsiteX4" fmla="*/ 4595073 w 4595727"/>
              <a:gd name="connsiteY4" fmla="*/ 1710653 h 2679351"/>
              <a:gd name="connsiteX5" fmla="*/ 3915655 w 4595727"/>
              <a:gd name="connsiteY5" fmla="*/ 2370176 h 2679351"/>
              <a:gd name="connsiteX6" fmla="*/ 1745833 w 4595727"/>
              <a:gd name="connsiteY6" fmla="*/ 2660884 h 2679351"/>
              <a:gd name="connsiteX7" fmla="*/ 75627 w 4595727"/>
              <a:gd name="connsiteY7" fmla="*/ 1903969 h 2679351"/>
              <a:gd name="connsiteX0" fmla="*/ 104209 w 4482795"/>
              <a:gd name="connsiteY0" fmla="*/ 1947512 h 2676898"/>
              <a:gd name="connsiteX1" fmla="*/ 362838 w 4482795"/>
              <a:gd name="connsiteY1" fmla="*/ 704661 h 2676898"/>
              <a:gd name="connsiteX2" fmla="*/ 2046558 w 4482795"/>
              <a:gd name="connsiteY2" fmla="*/ 22821 h 2676898"/>
              <a:gd name="connsiteX3" fmla="*/ 3595896 w 4482795"/>
              <a:gd name="connsiteY3" fmla="*/ 291004 h 2676898"/>
              <a:gd name="connsiteX4" fmla="*/ 4482141 w 4482795"/>
              <a:gd name="connsiteY4" fmla="*/ 1710653 h 2676898"/>
              <a:gd name="connsiteX5" fmla="*/ 3802723 w 4482795"/>
              <a:gd name="connsiteY5" fmla="*/ 2370176 h 2676898"/>
              <a:gd name="connsiteX6" fmla="*/ 1632901 w 4482795"/>
              <a:gd name="connsiteY6" fmla="*/ 2660884 h 2676898"/>
              <a:gd name="connsiteX7" fmla="*/ 104209 w 4482795"/>
              <a:gd name="connsiteY7" fmla="*/ 1947512 h 2676898"/>
              <a:gd name="connsiteX0" fmla="*/ 104209 w 4167996"/>
              <a:gd name="connsiteY0" fmla="*/ 1947512 h 2676898"/>
              <a:gd name="connsiteX1" fmla="*/ 362838 w 4167996"/>
              <a:gd name="connsiteY1" fmla="*/ 704661 h 2676898"/>
              <a:gd name="connsiteX2" fmla="*/ 2046558 w 4167996"/>
              <a:gd name="connsiteY2" fmla="*/ 22821 h 2676898"/>
              <a:gd name="connsiteX3" fmla="*/ 3595896 w 4167996"/>
              <a:gd name="connsiteY3" fmla="*/ 291004 h 2676898"/>
              <a:gd name="connsiteX4" fmla="*/ 4166456 w 4167996"/>
              <a:gd name="connsiteY4" fmla="*/ 1754196 h 2676898"/>
              <a:gd name="connsiteX5" fmla="*/ 3802723 w 4167996"/>
              <a:gd name="connsiteY5" fmla="*/ 2370176 h 2676898"/>
              <a:gd name="connsiteX6" fmla="*/ 1632901 w 4167996"/>
              <a:gd name="connsiteY6" fmla="*/ 2660884 h 2676898"/>
              <a:gd name="connsiteX7" fmla="*/ 104209 w 4167996"/>
              <a:gd name="connsiteY7" fmla="*/ 1947512 h 2676898"/>
              <a:gd name="connsiteX0" fmla="*/ 104209 w 4167996"/>
              <a:gd name="connsiteY0" fmla="*/ 1947512 h 2691279"/>
              <a:gd name="connsiteX1" fmla="*/ 362838 w 4167996"/>
              <a:gd name="connsiteY1" fmla="*/ 704661 h 2691279"/>
              <a:gd name="connsiteX2" fmla="*/ 2046558 w 4167996"/>
              <a:gd name="connsiteY2" fmla="*/ 22821 h 2691279"/>
              <a:gd name="connsiteX3" fmla="*/ 3595896 w 4167996"/>
              <a:gd name="connsiteY3" fmla="*/ 291004 h 2691279"/>
              <a:gd name="connsiteX4" fmla="*/ 4166456 w 4167996"/>
              <a:gd name="connsiteY4" fmla="*/ 1754196 h 2691279"/>
              <a:gd name="connsiteX5" fmla="*/ 3682980 w 4167996"/>
              <a:gd name="connsiteY5" fmla="*/ 2457262 h 2691279"/>
              <a:gd name="connsiteX6" fmla="*/ 1632901 w 4167996"/>
              <a:gd name="connsiteY6" fmla="*/ 2660884 h 2691279"/>
              <a:gd name="connsiteX7" fmla="*/ 104209 w 4167996"/>
              <a:gd name="connsiteY7" fmla="*/ 1947512 h 2691279"/>
              <a:gd name="connsiteX0" fmla="*/ 104209 w 4232976"/>
              <a:gd name="connsiteY0" fmla="*/ 1947512 h 2691279"/>
              <a:gd name="connsiteX1" fmla="*/ 362838 w 4232976"/>
              <a:gd name="connsiteY1" fmla="*/ 704661 h 2691279"/>
              <a:gd name="connsiteX2" fmla="*/ 2046558 w 4232976"/>
              <a:gd name="connsiteY2" fmla="*/ 22821 h 2691279"/>
              <a:gd name="connsiteX3" fmla="*/ 3595896 w 4232976"/>
              <a:gd name="connsiteY3" fmla="*/ 291004 h 2691279"/>
              <a:gd name="connsiteX4" fmla="*/ 4231770 w 4232976"/>
              <a:gd name="connsiteY4" fmla="*/ 1503825 h 2691279"/>
              <a:gd name="connsiteX5" fmla="*/ 3682980 w 4232976"/>
              <a:gd name="connsiteY5" fmla="*/ 2457262 h 2691279"/>
              <a:gd name="connsiteX6" fmla="*/ 1632901 w 4232976"/>
              <a:gd name="connsiteY6" fmla="*/ 2660884 h 2691279"/>
              <a:gd name="connsiteX7" fmla="*/ 104209 w 4232976"/>
              <a:gd name="connsiteY7" fmla="*/ 1947512 h 2691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32976" h="2691279">
                <a:moveTo>
                  <a:pt x="104209" y="1947512"/>
                </a:moveTo>
                <a:cubicBezTo>
                  <a:pt x="-107468" y="1621475"/>
                  <a:pt x="15527" y="1018186"/>
                  <a:pt x="362838" y="704661"/>
                </a:cubicBezTo>
                <a:cubicBezTo>
                  <a:pt x="710149" y="391136"/>
                  <a:pt x="1507715" y="91764"/>
                  <a:pt x="2046558" y="22821"/>
                </a:cubicBezTo>
                <a:cubicBezTo>
                  <a:pt x="2585401" y="-46122"/>
                  <a:pt x="3213551" y="40542"/>
                  <a:pt x="3595896" y="291004"/>
                </a:cubicBezTo>
                <a:cubicBezTo>
                  <a:pt x="3978241" y="541466"/>
                  <a:pt x="4253542" y="1162739"/>
                  <a:pt x="4231770" y="1503825"/>
                </a:cubicBezTo>
                <a:cubicBezTo>
                  <a:pt x="4209998" y="1844911"/>
                  <a:pt x="4128825" y="2269861"/>
                  <a:pt x="3682980" y="2457262"/>
                </a:cubicBezTo>
                <a:cubicBezTo>
                  <a:pt x="3237135" y="2644663"/>
                  <a:pt x="2229363" y="2745842"/>
                  <a:pt x="1632901" y="2660884"/>
                </a:cubicBezTo>
                <a:cubicBezTo>
                  <a:pt x="1036439" y="2575926"/>
                  <a:pt x="315886" y="2273549"/>
                  <a:pt x="104209" y="1947512"/>
                </a:cubicBezTo>
                <a:close/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B002A7E-C1A4-49FF-BE50-5DBBCC8C99CC}"/>
              </a:ext>
            </a:extLst>
          </p:cNvPr>
          <p:cNvSpPr/>
          <p:nvPr/>
        </p:nvSpPr>
        <p:spPr>
          <a:xfrm>
            <a:off x="1529183" y="5076669"/>
            <a:ext cx="2772926" cy="1313732"/>
          </a:xfrm>
          <a:custGeom>
            <a:avLst/>
            <a:gdLst>
              <a:gd name="connsiteX0" fmla="*/ 0 w 3053452"/>
              <a:gd name="connsiteY0" fmla="*/ 1491150 h 2982299"/>
              <a:gd name="connsiteX1" fmla="*/ 1526726 w 3053452"/>
              <a:gd name="connsiteY1" fmla="*/ 0 h 2982299"/>
              <a:gd name="connsiteX2" fmla="*/ 3053452 w 3053452"/>
              <a:gd name="connsiteY2" fmla="*/ 1491150 h 2982299"/>
              <a:gd name="connsiteX3" fmla="*/ 1526726 w 3053452"/>
              <a:gd name="connsiteY3" fmla="*/ 2982300 h 2982299"/>
              <a:gd name="connsiteX4" fmla="*/ 0 w 3053452"/>
              <a:gd name="connsiteY4" fmla="*/ 1491150 h 2982299"/>
              <a:gd name="connsiteX0" fmla="*/ 1515 w 3054967"/>
              <a:gd name="connsiteY0" fmla="*/ 1491150 h 1913137"/>
              <a:gd name="connsiteX1" fmla="*/ 1528241 w 3054967"/>
              <a:gd name="connsiteY1" fmla="*/ 0 h 1913137"/>
              <a:gd name="connsiteX2" fmla="*/ 3054967 w 3054967"/>
              <a:gd name="connsiteY2" fmla="*/ 1491150 h 1913137"/>
              <a:gd name="connsiteX3" fmla="*/ 1328544 w 3054967"/>
              <a:gd name="connsiteY3" fmla="*/ 1679017 h 1913137"/>
              <a:gd name="connsiteX4" fmla="*/ 1515 w 3054967"/>
              <a:gd name="connsiteY4" fmla="*/ 1491150 h 1913137"/>
              <a:gd name="connsiteX0" fmla="*/ 926 w 2928254"/>
              <a:gd name="connsiteY0" fmla="*/ 1519817 h 1767526"/>
              <a:gd name="connsiteX1" fmla="*/ 1527652 w 2928254"/>
              <a:gd name="connsiteY1" fmla="*/ 28667 h 1767526"/>
              <a:gd name="connsiteX2" fmla="*/ 2928254 w 2928254"/>
              <a:gd name="connsiteY2" fmla="*/ 899707 h 1767526"/>
              <a:gd name="connsiteX3" fmla="*/ 1327955 w 2928254"/>
              <a:gd name="connsiteY3" fmla="*/ 1707684 h 1767526"/>
              <a:gd name="connsiteX4" fmla="*/ 926 w 2928254"/>
              <a:gd name="connsiteY4" fmla="*/ 1519817 h 1767526"/>
              <a:gd name="connsiteX0" fmla="*/ 935 w 2917752"/>
              <a:gd name="connsiteY0" fmla="*/ 601664 h 1696065"/>
              <a:gd name="connsiteX1" fmla="*/ 1517150 w 2917752"/>
              <a:gd name="connsiteY1" fmla="*/ 3894 h 1696065"/>
              <a:gd name="connsiteX2" fmla="*/ 2917752 w 2917752"/>
              <a:gd name="connsiteY2" fmla="*/ 874934 h 1696065"/>
              <a:gd name="connsiteX3" fmla="*/ 1317453 w 2917752"/>
              <a:gd name="connsiteY3" fmla="*/ 1682911 h 1696065"/>
              <a:gd name="connsiteX4" fmla="*/ 935 w 2917752"/>
              <a:gd name="connsiteY4" fmla="*/ 601664 h 1696065"/>
              <a:gd name="connsiteX0" fmla="*/ 41252 w 2958069"/>
              <a:gd name="connsiteY0" fmla="*/ 601664 h 1689459"/>
              <a:gd name="connsiteX1" fmla="*/ 1557467 w 2958069"/>
              <a:gd name="connsiteY1" fmla="*/ 3894 h 1689459"/>
              <a:gd name="connsiteX2" fmla="*/ 2958069 w 2958069"/>
              <a:gd name="connsiteY2" fmla="*/ 874934 h 1689459"/>
              <a:gd name="connsiteX3" fmla="*/ 1357770 w 2958069"/>
              <a:gd name="connsiteY3" fmla="*/ 1682911 h 1689459"/>
              <a:gd name="connsiteX4" fmla="*/ 509159 w 2958069"/>
              <a:gd name="connsiteY4" fmla="*/ 1221678 h 1689459"/>
              <a:gd name="connsiteX5" fmla="*/ 41252 w 2958069"/>
              <a:gd name="connsiteY5" fmla="*/ 601664 h 1689459"/>
              <a:gd name="connsiteX0" fmla="*/ 87575 w 3004392"/>
              <a:gd name="connsiteY0" fmla="*/ 601278 h 1706052"/>
              <a:gd name="connsiteX1" fmla="*/ 1603790 w 3004392"/>
              <a:gd name="connsiteY1" fmla="*/ 3508 h 1706052"/>
              <a:gd name="connsiteX2" fmla="*/ 3004392 w 3004392"/>
              <a:gd name="connsiteY2" fmla="*/ 874548 h 1706052"/>
              <a:gd name="connsiteX3" fmla="*/ 1404093 w 3004392"/>
              <a:gd name="connsiteY3" fmla="*/ 1682525 h 1706052"/>
              <a:gd name="connsiteX4" fmla="*/ 313744 w 3004392"/>
              <a:gd name="connsiteY4" fmla="*/ 1410478 h 1706052"/>
              <a:gd name="connsiteX5" fmla="*/ 87575 w 3004392"/>
              <a:gd name="connsiteY5" fmla="*/ 601278 h 1706052"/>
              <a:gd name="connsiteX0" fmla="*/ 87575 w 3004392"/>
              <a:gd name="connsiteY0" fmla="*/ 601278 h 1700629"/>
              <a:gd name="connsiteX1" fmla="*/ 1603790 w 3004392"/>
              <a:gd name="connsiteY1" fmla="*/ 3508 h 1700629"/>
              <a:gd name="connsiteX2" fmla="*/ 3004392 w 3004392"/>
              <a:gd name="connsiteY2" fmla="*/ 874548 h 1700629"/>
              <a:gd name="connsiteX3" fmla="*/ 1404093 w 3004392"/>
              <a:gd name="connsiteY3" fmla="*/ 1682525 h 1700629"/>
              <a:gd name="connsiteX4" fmla="*/ 313744 w 3004392"/>
              <a:gd name="connsiteY4" fmla="*/ 1410478 h 1700629"/>
              <a:gd name="connsiteX5" fmla="*/ 87575 w 3004392"/>
              <a:gd name="connsiteY5" fmla="*/ 601278 h 1700629"/>
              <a:gd name="connsiteX0" fmla="*/ 117396 w 2918599"/>
              <a:gd name="connsiteY0" fmla="*/ 520592 h 1704026"/>
              <a:gd name="connsiteX1" fmla="*/ 1517997 w 2918599"/>
              <a:gd name="connsiteY1" fmla="*/ 6905 h 1704026"/>
              <a:gd name="connsiteX2" fmla="*/ 2918599 w 2918599"/>
              <a:gd name="connsiteY2" fmla="*/ 877945 h 1704026"/>
              <a:gd name="connsiteX3" fmla="*/ 1318300 w 2918599"/>
              <a:gd name="connsiteY3" fmla="*/ 1685922 h 1704026"/>
              <a:gd name="connsiteX4" fmla="*/ 227951 w 2918599"/>
              <a:gd name="connsiteY4" fmla="*/ 1413875 h 1704026"/>
              <a:gd name="connsiteX5" fmla="*/ 117396 w 2918599"/>
              <a:gd name="connsiteY5" fmla="*/ 520592 h 1704026"/>
              <a:gd name="connsiteX0" fmla="*/ 233823 w 2806426"/>
              <a:gd name="connsiteY0" fmla="*/ 324516 h 1725664"/>
              <a:gd name="connsiteX1" fmla="*/ 1405824 w 2806426"/>
              <a:gd name="connsiteY1" fmla="*/ 28543 h 1725664"/>
              <a:gd name="connsiteX2" fmla="*/ 2806426 w 2806426"/>
              <a:gd name="connsiteY2" fmla="*/ 899583 h 1725664"/>
              <a:gd name="connsiteX3" fmla="*/ 1206127 w 2806426"/>
              <a:gd name="connsiteY3" fmla="*/ 1707560 h 1725664"/>
              <a:gd name="connsiteX4" fmla="*/ 115778 w 2806426"/>
              <a:gd name="connsiteY4" fmla="*/ 1435513 h 1725664"/>
              <a:gd name="connsiteX5" fmla="*/ 233823 w 2806426"/>
              <a:gd name="connsiteY5" fmla="*/ 324516 h 1725664"/>
              <a:gd name="connsiteX0" fmla="*/ 92179 w 2664782"/>
              <a:gd name="connsiteY0" fmla="*/ 322326 h 1712908"/>
              <a:gd name="connsiteX1" fmla="*/ 1264180 w 2664782"/>
              <a:gd name="connsiteY1" fmla="*/ 26353 h 1712908"/>
              <a:gd name="connsiteX2" fmla="*/ 2664782 w 2664782"/>
              <a:gd name="connsiteY2" fmla="*/ 897393 h 1712908"/>
              <a:gd name="connsiteX3" fmla="*/ 1064483 w 2664782"/>
              <a:gd name="connsiteY3" fmla="*/ 1705370 h 1712908"/>
              <a:gd name="connsiteX4" fmla="*/ 224506 w 2664782"/>
              <a:gd name="connsiteY4" fmla="*/ 1291808 h 1712908"/>
              <a:gd name="connsiteX5" fmla="*/ 92179 w 2664782"/>
              <a:gd name="connsiteY5" fmla="*/ 322326 h 1712908"/>
              <a:gd name="connsiteX0" fmla="*/ 92179 w 2664782"/>
              <a:gd name="connsiteY0" fmla="*/ 322326 h 1390006"/>
              <a:gd name="connsiteX1" fmla="*/ 1264180 w 2664782"/>
              <a:gd name="connsiteY1" fmla="*/ 26353 h 1390006"/>
              <a:gd name="connsiteX2" fmla="*/ 2664782 w 2664782"/>
              <a:gd name="connsiteY2" fmla="*/ 897393 h 1390006"/>
              <a:gd name="connsiteX3" fmla="*/ 1663197 w 2664782"/>
              <a:gd name="connsiteY3" fmla="*/ 1313484 h 1390006"/>
              <a:gd name="connsiteX4" fmla="*/ 224506 w 2664782"/>
              <a:gd name="connsiteY4" fmla="*/ 1291808 h 1390006"/>
              <a:gd name="connsiteX5" fmla="*/ 92179 w 2664782"/>
              <a:gd name="connsiteY5" fmla="*/ 322326 h 1390006"/>
              <a:gd name="connsiteX0" fmla="*/ 92179 w 2980467"/>
              <a:gd name="connsiteY0" fmla="*/ 323762 h 1387107"/>
              <a:gd name="connsiteX1" fmla="*/ 1264180 w 2980467"/>
              <a:gd name="connsiteY1" fmla="*/ 27789 h 1387107"/>
              <a:gd name="connsiteX2" fmla="*/ 2980467 w 2980467"/>
              <a:gd name="connsiteY2" fmla="*/ 572258 h 1387107"/>
              <a:gd name="connsiteX3" fmla="*/ 1663197 w 2980467"/>
              <a:gd name="connsiteY3" fmla="*/ 1314920 h 1387107"/>
              <a:gd name="connsiteX4" fmla="*/ 224506 w 2980467"/>
              <a:gd name="connsiteY4" fmla="*/ 1293244 h 1387107"/>
              <a:gd name="connsiteX5" fmla="*/ 92179 w 2980467"/>
              <a:gd name="connsiteY5" fmla="*/ 323762 h 1387107"/>
              <a:gd name="connsiteX0" fmla="*/ 80581 w 2968869"/>
              <a:gd name="connsiteY0" fmla="*/ 323762 h 1335859"/>
              <a:gd name="connsiteX1" fmla="*/ 1252582 w 2968869"/>
              <a:gd name="connsiteY1" fmla="*/ 27789 h 1335859"/>
              <a:gd name="connsiteX2" fmla="*/ 2968869 w 2968869"/>
              <a:gd name="connsiteY2" fmla="*/ 572258 h 1335859"/>
              <a:gd name="connsiteX3" fmla="*/ 1651599 w 2968869"/>
              <a:gd name="connsiteY3" fmla="*/ 1314920 h 1335859"/>
              <a:gd name="connsiteX4" fmla="*/ 245565 w 2968869"/>
              <a:gd name="connsiteY4" fmla="*/ 1097301 h 1335859"/>
              <a:gd name="connsiteX5" fmla="*/ 80581 w 2968869"/>
              <a:gd name="connsiteY5" fmla="*/ 323762 h 1335859"/>
              <a:gd name="connsiteX0" fmla="*/ 80581 w 2772926"/>
              <a:gd name="connsiteY0" fmla="*/ 307726 h 1313732"/>
              <a:gd name="connsiteX1" fmla="*/ 1252582 w 2772926"/>
              <a:gd name="connsiteY1" fmla="*/ 11753 h 1313732"/>
              <a:gd name="connsiteX2" fmla="*/ 2772926 w 2772926"/>
              <a:gd name="connsiteY2" fmla="*/ 665079 h 1313732"/>
              <a:gd name="connsiteX3" fmla="*/ 1651599 w 2772926"/>
              <a:gd name="connsiteY3" fmla="*/ 1298884 h 1313732"/>
              <a:gd name="connsiteX4" fmla="*/ 245565 w 2772926"/>
              <a:gd name="connsiteY4" fmla="*/ 1081265 h 1313732"/>
              <a:gd name="connsiteX5" fmla="*/ 80581 w 2772926"/>
              <a:gd name="connsiteY5" fmla="*/ 307726 h 1313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72926" h="1313732">
                <a:moveTo>
                  <a:pt x="80581" y="307726"/>
                </a:moveTo>
                <a:cubicBezTo>
                  <a:pt x="248417" y="129474"/>
                  <a:pt x="803858" y="-47806"/>
                  <a:pt x="1252582" y="11753"/>
                </a:cubicBezTo>
                <a:cubicBezTo>
                  <a:pt x="1701306" y="71312"/>
                  <a:pt x="2772926" y="-158460"/>
                  <a:pt x="2772926" y="665079"/>
                </a:cubicBezTo>
                <a:cubicBezTo>
                  <a:pt x="2772926" y="1488618"/>
                  <a:pt x="2072826" y="1229520"/>
                  <a:pt x="1651599" y="1298884"/>
                </a:cubicBezTo>
                <a:cubicBezTo>
                  <a:pt x="1230372" y="1368248"/>
                  <a:pt x="496516" y="1177391"/>
                  <a:pt x="245565" y="1081265"/>
                </a:cubicBezTo>
                <a:cubicBezTo>
                  <a:pt x="26145" y="901057"/>
                  <a:pt x="-87255" y="485978"/>
                  <a:pt x="80581" y="307726"/>
                </a:cubicBezTo>
                <a:close/>
              </a:path>
            </a:pathLst>
          </a:cu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37DE668-FF1A-45BA-A2E7-B61450F238B4}"/>
              </a:ext>
            </a:extLst>
          </p:cNvPr>
          <p:cNvGrpSpPr/>
          <p:nvPr/>
        </p:nvGrpSpPr>
        <p:grpSpPr>
          <a:xfrm>
            <a:off x="315505" y="914882"/>
            <a:ext cx="4800782" cy="1143408"/>
            <a:chOff x="2397302" y="1871324"/>
            <a:chExt cx="5954405" cy="114340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02776A1-D668-490E-AE67-552D26ECA136}"/>
                </a:ext>
              </a:extLst>
            </p:cNvPr>
            <p:cNvSpPr/>
            <p:nvPr/>
          </p:nvSpPr>
          <p:spPr>
            <a:xfrm>
              <a:off x="2397302" y="1871324"/>
              <a:ext cx="5954405" cy="945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421E0FB-B688-4896-AF11-DF78B788DE1B}"/>
                </a:ext>
              </a:extLst>
            </p:cNvPr>
            <p:cNvSpPr/>
            <p:nvPr/>
          </p:nvSpPr>
          <p:spPr>
            <a:xfrm>
              <a:off x="2397302" y="2920139"/>
              <a:ext cx="5954405" cy="9459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744B23B-6871-4A95-838E-0D029DB845B1}"/>
              </a:ext>
            </a:extLst>
          </p:cNvPr>
          <p:cNvGrpSpPr/>
          <p:nvPr/>
        </p:nvGrpSpPr>
        <p:grpSpPr>
          <a:xfrm>
            <a:off x="1181033" y="-618814"/>
            <a:ext cx="2626651" cy="6520372"/>
            <a:chOff x="2097687" y="400691"/>
            <a:chExt cx="2626651" cy="6520372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0AE42FA-8462-4AC6-9DF7-542245186D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5213" b="71024" l="35552" r="54090">
                          <a14:backgroundMark x1="38281" y1="13342" x2="34219" y2="21197"/>
                          <a14:backgroundMark x1="34219" y1="21197" x2="33828" y2="31047"/>
                          <a14:backgroundMark x1="33828" y1="31047" x2="38672" y2="50998"/>
                          <a14:backgroundMark x1="38672" y1="50998" x2="37891" y2="61721"/>
                          <a14:backgroundMark x1="37891" y1="61721" x2="40000" y2="72070"/>
                          <a14:backgroundMark x1="40000" y1="72070" x2="47031" y2="80923"/>
                          <a14:backgroundMark x1="47031" y1="80923" x2="53047" y2="78304"/>
                          <a14:backgroundMark x1="53047" y1="78304" x2="56328" y2="67955"/>
                          <a14:backgroundMark x1="56328" y1="67955" x2="50156" y2="47506"/>
                          <a14:backgroundMark x1="50156" y1="47506" x2="52969" y2="36534"/>
                          <a14:backgroundMark x1="52969" y1="36534" x2="53359" y2="24439"/>
                          <a14:backgroundMark x1="53359" y1="24439" x2="47500" y2="11970"/>
                          <a14:backgroundMark x1="47500" y1="11970" x2="40859" y2="8105"/>
                          <a14:backgroundMark x1="40859" y1="8105" x2="37500" y2="13840"/>
                        </a14:backgroundRemoval>
                      </a14:imgEffect>
                    </a14:imgLayer>
                  </a14:imgProps>
                </a:ext>
              </a:extLst>
            </a:blip>
            <a:srcRect l="33235" t="8237" r="43593" b="22000"/>
            <a:stretch/>
          </p:blipFill>
          <p:spPr>
            <a:xfrm>
              <a:off x="2547991" y="400691"/>
              <a:ext cx="1808252" cy="3411021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9E411D5-1D08-47CC-86DD-C68B759CF2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4017" b="62850" l="42017" r="61714">
                          <a14:backgroundMark x1="41563" y1="65835" x2="46406" y2="58978"/>
                          <a14:backgroundMark x1="46406" y1="58978" x2="54922" y2="40399"/>
                          <a14:backgroundMark x1="54922" y1="40399" x2="61484" y2="37905"/>
                          <a14:backgroundMark x1="61484" y1="37905" x2="60781" y2="24439"/>
                          <a14:backgroundMark x1="60781" y1="24439" x2="52969" y2="21571"/>
                          <a14:backgroundMark x1="52969" y1="21571" x2="47344" y2="29676"/>
                          <a14:backgroundMark x1="47344" y1="29676" x2="39375" y2="63716"/>
                          <a14:backgroundMark x1="39375" y1="63716" x2="42500" y2="67332"/>
                        </a14:backgroundRemoval>
                      </a14:imgEffect>
                    </a14:imgLayer>
                  </a14:imgProps>
                </a:ext>
              </a:extLst>
            </a:blip>
            <a:srcRect l="39555" t="19163" r="35824" b="32296"/>
            <a:stretch/>
          </p:blipFill>
          <p:spPr>
            <a:xfrm rot="7716593">
              <a:off x="2323719" y="3096654"/>
              <a:ext cx="1921268" cy="2373332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4E2BED4-E5DD-418A-B235-1F5E9B263C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31348" b="73474" l="47370" r="66710">
                          <a14:backgroundMark x1="52578" y1="34788" x2="46953" y2="40150"/>
                          <a14:backgroundMark x1="46953" y1="40150" x2="47266" y2="51995"/>
                          <a14:backgroundMark x1="47266" y1="51995" x2="44766" y2="63342"/>
                          <a14:backgroundMark x1="44766" y1="63342" x2="44844" y2="73940"/>
                          <a14:backgroundMark x1="44844" y1="73940" x2="51719" y2="76309"/>
                          <a14:backgroundMark x1="51719" y1="76309" x2="65859" y2="67581"/>
                          <a14:backgroundMark x1="65859" y1="67581" x2="62109" y2="56359"/>
                          <a14:backgroundMark x1="62109" y1="56359" x2="62422" y2="33416"/>
                          <a14:backgroundMark x1="62422" y1="33416" x2="56016" y2="28554"/>
                          <a14:backgroundMark x1="56016" y1="28554" x2="52031" y2="34165"/>
                        </a14:backgroundRemoval>
                      </a14:imgEffect>
                    </a14:imgLayer>
                  </a14:imgProps>
                </a:ext>
              </a:extLst>
            </a:blip>
            <a:srcRect l="44953" t="26082" r="30873" b="21260"/>
            <a:stretch/>
          </p:blipFill>
          <p:spPr>
            <a:xfrm>
              <a:off x="2837908" y="4346383"/>
              <a:ext cx="1886430" cy="25746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0E1E522-38BA-4342-94AC-955B818C6AB9}"/>
              </a:ext>
            </a:extLst>
          </p:cNvPr>
          <p:cNvSpPr txBox="1"/>
          <p:nvPr/>
        </p:nvSpPr>
        <p:spPr>
          <a:xfrm>
            <a:off x="3827183" y="1301920"/>
            <a:ext cx="162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Cell Membrane</a:t>
            </a:r>
            <a:endParaRPr lang="en-I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8C8274-8EC3-4D34-99BD-8B1EB0AB3CE9}"/>
              </a:ext>
            </a:extLst>
          </p:cNvPr>
          <p:cNvSpPr txBox="1"/>
          <p:nvPr/>
        </p:nvSpPr>
        <p:spPr>
          <a:xfrm>
            <a:off x="3808812" y="616052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</a:t>
            </a:r>
            <a:endParaRPr lang="en-IL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4DFF16-D56F-4D26-AFC6-9D8680877F63}"/>
              </a:ext>
            </a:extLst>
          </p:cNvPr>
          <p:cNvSpPr txBox="1"/>
          <p:nvPr/>
        </p:nvSpPr>
        <p:spPr>
          <a:xfrm>
            <a:off x="3808812" y="199295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</a:t>
            </a:r>
            <a:endParaRPr lang="en-IL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E74B19-C0EF-49CD-9650-66C93BF4E593}"/>
              </a:ext>
            </a:extLst>
          </p:cNvPr>
          <p:cNvSpPr txBox="1"/>
          <p:nvPr/>
        </p:nvSpPr>
        <p:spPr>
          <a:xfrm>
            <a:off x="3199113" y="5472513"/>
            <a:ext cx="1087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Internal </a:t>
            </a:r>
          </a:p>
          <a:p>
            <a:r>
              <a:rPr lang="en-US" dirty="0"/>
              <a:t>Organelle</a:t>
            </a:r>
            <a:endParaRPr lang="en-IL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2E2650E6-8D0B-4522-BC2B-494790F97C3F}"/>
              </a:ext>
            </a:extLst>
          </p:cNvPr>
          <p:cNvSpPr/>
          <p:nvPr/>
        </p:nvSpPr>
        <p:spPr>
          <a:xfrm rot="10800000">
            <a:off x="2411245" y="283464"/>
            <a:ext cx="375498" cy="323464"/>
          </a:xfrm>
          <a:prstGeom prst="triangle">
            <a:avLst/>
          </a:prstGeom>
          <a:solidFill>
            <a:srgbClr val="F018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6E980EE-D611-4C40-A42F-A91C053B149D}"/>
              </a:ext>
            </a:extLst>
          </p:cNvPr>
          <p:cNvGrpSpPr/>
          <p:nvPr/>
        </p:nvGrpSpPr>
        <p:grpSpPr>
          <a:xfrm>
            <a:off x="2635114" y="2423817"/>
            <a:ext cx="598717" cy="588695"/>
            <a:chOff x="9089569" y="3257879"/>
            <a:chExt cx="598717" cy="58869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42CAF55-7016-40D8-B954-CA7522E0E0CC}"/>
                </a:ext>
              </a:extLst>
            </p:cNvPr>
            <p:cNvSpPr/>
            <p:nvPr/>
          </p:nvSpPr>
          <p:spPr>
            <a:xfrm>
              <a:off x="9089569" y="3265718"/>
              <a:ext cx="598717" cy="58085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1E2D477-6621-46A0-8137-320A07519D2C}"/>
                </a:ext>
              </a:extLst>
            </p:cNvPr>
            <p:cNvSpPr txBox="1"/>
            <p:nvPr/>
          </p:nvSpPr>
          <p:spPr>
            <a:xfrm>
              <a:off x="9152110" y="3257879"/>
              <a:ext cx="44435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/>
                <a:t>G</a:t>
              </a:r>
              <a:endParaRPr lang="en-IL" b="1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08FB9FE-EE3F-4F76-85F7-A4A340E7444A}"/>
              </a:ext>
            </a:extLst>
          </p:cNvPr>
          <p:cNvGrpSpPr/>
          <p:nvPr/>
        </p:nvGrpSpPr>
        <p:grpSpPr>
          <a:xfrm>
            <a:off x="2416537" y="5530149"/>
            <a:ext cx="598717" cy="588695"/>
            <a:chOff x="9089569" y="3257879"/>
            <a:chExt cx="598717" cy="588695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8009647-A2E0-4804-9D01-D407F6A7796A}"/>
                </a:ext>
              </a:extLst>
            </p:cNvPr>
            <p:cNvSpPr/>
            <p:nvPr/>
          </p:nvSpPr>
          <p:spPr>
            <a:xfrm>
              <a:off x="9089569" y="3265718"/>
              <a:ext cx="598717" cy="58085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1E948E1-AE5F-4531-B108-ACBC4F7BE0D1}"/>
                </a:ext>
              </a:extLst>
            </p:cNvPr>
            <p:cNvSpPr txBox="1"/>
            <p:nvPr/>
          </p:nvSpPr>
          <p:spPr>
            <a:xfrm>
              <a:off x="9152110" y="3257879"/>
              <a:ext cx="44435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/>
                <a:t>G</a:t>
              </a:r>
              <a:endParaRPr lang="en-IL" b="1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4052A2F-90D5-4045-B1CB-E97184EDC993}"/>
              </a:ext>
            </a:extLst>
          </p:cNvPr>
          <p:cNvGrpSpPr/>
          <p:nvPr/>
        </p:nvGrpSpPr>
        <p:grpSpPr>
          <a:xfrm>
            <a:off x="7712085" y="-618814"/>
            <a:ext cx="2626651" cy="6520372"/>
            <a:chOff x="2097687" y="400691"/>
            <a:chExt cx="2626651" cy="6520372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A479C395-B481-48CC-9D0A-0246F84469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5213" b="71024" l="35552" r="54090">
                          <a14:backgroundMark x1="38281" y1="13342" x2="34219" y2="21197"/>
                          <a14:backgroundMark x1="34219" y1="21197" x2="33828" y2="31047"/>
                          <a14:backgroundMark x1="33828" y1="31047" x2="38672" y2="50998"/>
                          <a14:backgroundMark x1="38672" y1="50998" x2="37891" y2="61721"/>
                          <a14:backgroundMark x1="37891" y1="61721" x2="40000" y2="72070"/>
                          <a14:backgroundMark x1="40000" y1="72070" x2="47031" y2="80923"/>
                          <a14:backgroundMark x1="47031" y1="80923" x2="53047" y2="78304"/>
                          <a14:backgroundMark x1="53047" y1="78304" x2="56328" y2="67955"/>
                          <a14:backgroundMark x1="56328" y1="67955" x2="50156" y2="47506"/>
                          <a14:backgroundMark x1="50156" y1="47506" x2="52969" y2="36534"/>
                          <a14:backgroundMark x1="52969" y1="36534" x2="53359" y2="24439"/>
                          <a14:backgroundMark x1="53359" y1="24439" x2="47500" y2="11970"/>
                          <a14:backgroundMark x1="47500" y1="11970" x2="40859" y2="8105"/>
                          <a14:backgroundMark x1="40859" y1="8105" x2="37500" y2="13840"/>
                        </a14:backgroundRemoval>
                      </a14:imgEffect>
                    </a14:imgLayer>
                  </a14:imgProps>
                </a:ext>
              </a:extLst>
            </a:blip>
            <a:srcRect l="33235" t="8237" r="43593" b="22000"/>
            <a:stretch/>
          </p:blipFill>
          <p:spPr>
            <a:xfrm>
              <a:off x="2547991" y="400691"/>
              <a:ext cx="1808252" cy="3411021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1BCC2272-3DE1-46B8-8DE9-13EBD243F3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4017" b="62850" l="42017" r="61714">
                          <a14:backgroundMark x1="41563" y1="65835" x2="46406" y2="58978"/>
                          <a14:backgroundMark x1="46406" y1="58978" x2="54922" y2="40399"/>
                          <a14:backgroundMark x1="54922" y1="40399" x2="61484" y2="37905"/>
                          <a14:backgroundMark x1="61484" y1="37905" x2="60781" y2="24439"/>
                          <a14:backgroundMark x1="60781" y1="24439" x2="52969" y2="21571"/>
                          <a14:backgroundMark x1="52969" y1="21571" x2="47344" y2="29676"/>
                          <a14:backgroundMark x1="47344" y1="29676" x2="39375" y2="63716"/>
                          <a14:backgroundMark x1="39375" y1="63716" x2="42500" y2="67332"/>
                        </a14:backgroundRemoval>
                      </a14:imgEffect>
                    </a14:imgLayer>
                  </a14:imgProps>
                </a:ext>
              </a:extLst>
            </a:blip>
            <a:srcRect l="39555" t="19163" r="35824" b="32296"/>
            <a:stretch/>
          </p:blipFill>
          <p:spPr>
            <a:xfrm rot="7716593">
              <a:off x="2323719" y="3096654"/>
              <a:ext cx="1921268" cy="2373332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F3BDA08F-FF8A-452E-8111-63FA5082C4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31348" b="73474" l="47370" r="66710">
                          <a14:backgroundMark x1="52578" y1="34788" x2="46953" y2="40150"/>
                          <a14:backgroundMark x1="46953" y1="40150" x2="47266" y2="51995"/>
                          <a14:backgroundMark x1="47266" y1="51995" x2="44766" y2="63342"/>
                          <a14:backgroundMark x1="44766" y1="63342" x2="44844" y2="73940"/>
                          <a14:backgroundMark x1="44844" y1="73940" x2="51719" y2="76309"/>
                          <a14:backgroundMark x1="51719" y1="76309" x2="65859" y2="67581"/>
                          <a14:backgroundMark x1="65859" y1="67581" x2="62109" y2="56359"/>
                          <a14:backgroundMark x1="62109" y1="56359" x2="62422" y2="33416"/>
                          <a14:backgroundMark x1="62422" y1="33416" x2="56016" y2="28554"/>
                          <a14:backgroundMark x1="56016" y1="28554" x2="52031" y2="34165"/>
                        </a14:backgroundRemoval>
                      </a14:imgEffect>
                    </a14:imgLayer>
                  </a14:imgProps>
                </a:ext>
              </a:extLst>
            </a:blip>
            <a:srcRect l="44953" t="26082" r="30873" b="21260"/>
            <a:stretch/>
          </p:blipFill>
          <p:spPr>
            <a:xfrm>
              <a:off x="2837908" y="4346383"/>
              <a:ext cx="1886430" cy="2574680"/>
            </a:xfrm>
            <a:prstGeom prst="rect">
              <a:avLst/>
            </a:prstGeom>
          </p:spPr>
        </p:pic>
      </p:grpSp>
      <p:pic>
        <p:nvPicPr>
          <p:cNvPr id="37" name="Picture 2" descr="38,496 Scissors Icon Illustrations &amp; Clip Art - iStock">
            <a:extLst>
              <a:ext uri="{FF2B5EF4-FFF2-40B4-BE49-F238E27FC236}">
                <a16:creationId xmlns:a16="http://schemas.microsoft.com/office/drawing/2014/main" id="{F83AFA87-2BC9-4FE1-A877-1157710344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34" t="32105" r="23315" b="31424"/>
          <a:stretch/>
        </p:blipFill>
        <p:spPr bwMode="auto">
          <a:xfrm>
            <a:off x="7988393" y="2892467"/>
            <a:ext cx="909796" cy="618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8491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5457D5FD-C6BE-430E-8D03-CD866068C147}"/>
              </a:ext>
            </a:extLst>
          </p:cNvPr>
          <p:cNvGrpSpPr/>
          <p:nvPr/>
        </p:nvGrpSpPr>
        <p:grpSpPr>
          <a:xfrm>
            <a:off x="6824828" y="857732"/>
            <a:ext cx="4800782" cy="1143408"/>
            <a:chOff x="2397302" y="1871324"/>
            <a:chExt cx="5954405" cy="1143408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4EF1326-84FD-47D4-B909-B49C79594D07}"/>
                </a:ext>
              </a:extLst>
            </p:cNvPr>
            <p:cNvSpPr/>
            <p:nvPr/>
          </p:nvSpPr>
          <p:spPr>
            <a:xfrm>
              <a:off x="2397302" y="1871324"/>
              <a:ext cx="5954405" cy="945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22A5CD8-073F-4F5D-85F1-C61A70501683}"/>
                </a:ext>
              </a:extLst>
            </p:cNvPr>
            <p:cNvSpPr/>
            <p:nvPr/>
          </p:nvSpPr>
          <p:spPr>
            <a:xfrm>
              <a:off x="2397302" y="2920139"/>
              <a:ext cx="5954405" cy="9459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sp>
        <p:nvSpPr>
          <p:cNvPr id="14" name="Oval 1">
            <a:extLst>
              <a:ext uri="{FF2B5EF4-FFF2-40B4-BE49-F238E27FC236}">
                <a16:creationId xmlns:a16="http://schemas.microsoft.com/office/drawing/2014/main" id="{3F9620E8-1865-404A-BD0F-9DBCC16109E8}"/>
              </a:ext>
            </a:extLst>
          </p:cNvPr>
          <p:cNvSpPr/>
          <p:nvPr/>
        </p:nvSpPr>
        <p:spPr>
          <a:xfrm>
            <a:off x="843846" y="4006131"/>
            <a:ext cx="4232976" cy="2691279"/>
          </a:xfrm>
          <a:custGeom>
            <a:avLst/>
            <a:gdLst>
              <a:gd name="connsiteX0" fmla="*/ 0 w 5197738"/>
              <a:gd name="connsiteY0" fmla="*/ 2532789 h 5065578"/>
              <a:gd name="connsiteX1" fmla="*/ 2598869 w 5197738"/>
              <a:gd name="connsiteY1" fmla="*/ 0 h 5065578"/>
              <a:gd name="connsiteX2" fmla="*/ 5197738 w 5197738"/>
              <a:gd name="connsiteY2" fmla="*/ 2532789 h 5065578"/>
              <a:gd name="connsiteX3" fmla="*/ 2598869 w 5197738"/>
              <a:gd name="connsiteY3" fmla="*/ 5065578 h 5065578"/>
              <a:gd name="connsiteX4" fmla="*/ 0 w 5197738"/>
              <a:gd name="connsiteY4" fmla="*/ 2532789 h 5065578"/>
              <a:gd name="connsiteX0" fmla="*/ 0 w 4892938"/>
              <a:gd name="connsiteY0" fmla="*/ 2578239 h 5126272"/>
              <a:gd name="connsiteX1" fmla="*/ 2598869 w 4892938"/>
              <a:gd name="connsiteY1" fmla="*/ 45450 h 5126272"/>
              <a:gd name="connsiteX2" fmla="*/ 4892938 w 4892938"/>
              <a:gd name="connsiteY2" fmla="*/ 1548225 h 5126272"/>
              <a:gd name="connsiteX3" fmla="*/ 2598869 w 4892938"/>
              <a:gd name="connsiteY3" fmla="*/ 5111028 h 5126272"/>
              <a:gd name="connsiteX4" fmla="*/ 0 w 4892938"/>
              <a:gd name="connsiteY4" fmla="*/ 2578239 h 5126272"/>
              <a:gd name="connsiteX0" fmla="*/ 0 w 4377932"/>
              <a:gd name="connsiteY0" fmla="*/ 1892274 h 5078274"/>
              <a:gd name="connsiteX1" fmla="*/ 2083863 w 4377932"/>
              <a:gd name="connsiteY1" fmla="*/ 11126 h 5078274"/>
              <a:gd name="connsiteX2" fmla="*/ 4377932 w 4377932"/>
              <a:gd name="connsiteY2" fmla="*/ 1513901 h 5078274"/>
              <a:gd name="connsiteX3" fmla="*/ 2083863 w 4377932"/>
              <a:gd name="connsiteY3" fmla="*/ 5076704 h 5078274"/>
              <a:gd name="connsiteX4" fmla="*/ 0 w 4377932"/>
              <a:gd name="connsiteY4" fmla="*/ 1892274 h 5078274"/>
              <a:gd name="connsiteX0" fmla="*/ 1007 w 4378939"/>
              <a:gd name="connsiteY0" fmla="*/ 1892274 h 2828533"/>
              <a:gd name="connsiteX1" fmla="*/ 2084870 w 4378939"/>
              <a:gd name="connsiteY1" fmla="*/ 11126 h 2828533"/>
              <a:gd name="connsiteX2" fmla="*/ 4378939 w 4378939"/>
              <a:gd name="connsiteY2" fmla="*/ 1513901 h 2828533"/>
              <a:gd name="connsiteX3" fmla="*/ 1845384 w 4378939"/>
              <a:gd name="connsiteY3" fmla="*/ 2823361 h 2828533"/>
              <a:gd name="connsiteX4" fmla="*/ 1007 w 4378939"/>
              <a:gd name="connsiteY4" fmla="*/ 1892274 h 2828533"/>
              <a:gd name="connsiteX0" fmla="*/ 14966 w 4392898"/>
              <a:gd name="connsiteY0" fmla="*/ 1931282 h 2867541"/>
              <a:gd name="connsiteX1" fmla="*/ 1046480 w 4392898"/>
              <a:gd name="connsiteY1" fmla="*/ 503374 h 2867541"/>
              <a:gd name="connsiteX2" fmla="*/ 2098829 w 4392898"/>
              <a:gd name="connsiteY2" fmla="*/ 50134 h 2867541"/>
              <a:gd name="connsiteX3" fmla="*/ 4392898 w 4392898"/>
              <a:gd name="connsiteY3" fmla="*/ 1552909 h 2867541"/>
              <a:gd name="connsiteX4" fmla="*/ 1859343 w 4392898"/>
              <a:gd name="connsiteY4" fmla="*/ 2862369 h 2867541"/>
              <a:gd name="connsiteX5" fmla="*/ 14966 w 4392898"/>
              <a:gd name="connsiteY5" fmla="*/ 1931282 h 2867541"/>
              <a:gd name="connsiteX0" fmla="*/ 87889 w 4465821"/>
              <a:gd name="connsiteY0" fmla="*/ 1904150 h 2839578"/>
              <a:gd name="connsiteX1" fmla="*/ 488032 w 4465821"/>
              <a:gd name="connsiteY1" fmla="*/ 704842 h 2839578"/>
              <a:gd name="connsiteX2" fmla="*/ 2171752 w 4465821"/>
              <a:gd name="connsiteY2" fmla="*/ 23002 h 2839578"/>
              <a:gd name="connsiteX3" fmla="*/ 4465821 w 4465821"/>
              <a:gd name="connsiteY3" fmla="*/ 1525777 h 2839578"/>
              <a:gd name="connsiteX4" fmla="*/ 1932266 w 4465821"/>
              <a:gd name="connsiteY4" fmla="*/ 2835237 h 2839578"/>
              <a:gd name="connsiteX5" fmla="*/ 87889 w 4465821"/>
              <a:gd name="connsiteY5" fmla="*/ 1904150 h 2839578"/>
              <a:gd name="connsiteX0" fmla="*/ 87889 w 4552420"/>
              <a:gd name="connsiteY0" fmla="*/ 1888998 h 2824426"/>
              <a:gd name="connsiteX1" fmla="*/ 488032 w 4552420"/>
              <a:gd name="connsiteY1" fmla="*/ 689690 h 2824426"/>
              <a:gd name="connsiteX2" fmla="*/ 2171752 w 4552420"/>
              <a:gd name="connsiteY2" fmla="*/ 7850 h 2824426"/>
              <a:gd name="connsiteX3" fmla="*/ 3797290 w 4552420"/>
              <a:gd name="connsiteY3" fmla="*/ 395776 h 2824426"/>
              <a:gd name="connsiteX4" fmla="*/ 4465821 w 4552420"/>
              <a:gd name="connsiteY4" fmla="*/ 1510625 h 2824426"/>
              <a:gd name="connsiteX5" fmla="*/ 1932266 w 4552420"/>
              <a:gd name="connsiteY5" fmla="*/ 2820085 h 2824426"/>
              <a:gd name="connsiteX6" fmla="*/ 87889 w 4552420"/>
              <a:gd name="connsiteY6" fmla="*/ 1888998 h 2824426"/>
              <a:gd name="connsiteX0" fmla="*/ 87889 w 4545462"/>
              <a:gd name="connsiteY0" fmla="*/ 1903969 h 2839397"/>
              <a:gd name="connsiteX1" fmla="*/ 488032 w 4545462"/>
              <a:gd name="connsiteY1" fmla="*/ 704661 h 2839397"/>
              <a:gd name="connsiteX2" fmla="*/ 2171752 w 4545462"/>
              <a:gd name="connsiteY2" fmla="*/ 22821 h 2839397"/>
              <a:gd name="connsiteX3" fmla="*/ 3721090 w 4545462"/>
              <a:gd name="connsiteY3" fmla="*/ 291004 h 2839397"/>
              <a:gd name="connsiteX4" fmla="*/ 4465821 w 4545462"/>
              <a:gd name="connsiteY4" fmla="*/ 1525596 h 2839397"/>
              <a:gd name="connsiteX5" fmla="*/ 1932266 w 4545462"/>
              <a:gd name="connsiteY5" fmla="*/ 2835056 h 2839397"/>
              <a:gd name="connsiteX6" fmla="*/ 87889 w 4545462"/>
              <a:gd name="connsiteY6" fmla="*/ 1903969 h 2839397"/>
              <a:gd name="connsiteX0" fmla="*/ 87889 w 4676550"/>
              <a:gd name="connsiteY0" fmla="*/ 1903969 h 2836286"/>
              <a:gd name="connsiteX1" fmla="*/ 488032 w 4676550"/>
              <a:gd name="connsiteY1" fmla="*/ 704661 h 2836286"/>
              <a:gd name="connsiteX2" fmla="*/ 2171752 w 4676550"/>
              <a:gd name="connsiteY2" fmla="*/ 22821 h 2836286"/>
              <a:gd name="connsiteX3" fmla="*/ 3721090 w 4676550"/>
              <a:gd name="connsiteY3" fmla="*/ 291004 h 2836286"/>
              <a:gd name="connsiteX4" fmla="*/ 4607335 w 4676550"/>
              <a:gd name="connsiteY4" fmla="*/ 1710653 h 2836286"/>
              <a:gd name="connsiteX5" fmla="*/ 1932266 w 4676550"/>
              <a:gd name="connsiteY5" fmla="*/ 2835056 h 2836286"/>
              <a:gd name="connsiteX6" fmla="*/ 87889 w 4676550"/>
              <a:gd name="connsiteY6" fmla="*/ 1903969 h 2836286"/>
              <a:gd name="connsiteX0" fmla="*/ 87889 w 4607989"/>
              <a:gd name="connsiteY0" fmla="*/ 1903969 h 2844026"/>
              <a:gd name="connsiteX1" fmla="*/ 488032 w 4607989"/>
              <a:gd name="connsiteY1" fmla="*/ 704661 h 2844026"/>
              <a:gd name="connsiteX2" fmla="*/ 2171752 w 4607989"/>
              <a:gd name="connsiteY2" fmla="*/ 22821 h 2844026"/>
              <a:gd name="connsiteX3" fmla="*/ 3721090 w 4607989"/>
              <a:gd name="connsiteY3" fmla="*/ 291004 h 2844026"/>
              <a:gd name="connsiteX4" fmla="*/ 4607335 w 4607989"/>
              <a:gd name="connsiteY4" fmla="*/ 1710653 h 2844026"/>
              <a:gd name="connsiteX5" fmla="*/ 3590460 w 4607989"/>
              <a:gd name="connsiteY5" fmla="*/ 2337519 h 2844026"/>
              <a:gd name="connsiteX6" fmla="*/ 1932266 w 4607989"/>
              <a:gd name="connsiteY6" fmla="*/ 2835056 h 2844026"/>
              <a:gd name="connsiteX7" fmla="*/ 87889 w 4607989"/>
              <a:gd name="connsiteY7" fmla="*/ 1903969 h 2844026"/>
              <a:gd name="connsiteX0" fmla="*/ 87889 w 4607989"/>
              <a:gd name="connsiteY0" fmla="*/ 1903969 h 2845997"/>
              <a:gd name="connsiteX1" fmla="*/ 488032 w 4607989"/>
              <a:gd name="connsiteY1" fmla="*/ 704661 h 2845997"/>
              <a:gd name="connsiteX2" fmla="*/ 2171752 w 4607989"/>
              <a:gd name="connsiteY2" fmla="*/ 22821 h 2845997"/>
              <a:gd name="connsiteX3" fmla="*/ 3721090 w 4607989"/>
              <a:gd name="connsiteY3" fmla="*/ 291004 h 2845997"/>
              <a:gd name="connsiteX4" fmla="*/ 4607335 w 4607989"/>
              <a:gd name="connsiteY4" fmla="*/ 1710653 h 2845997"/>
              <a:gd name="connsiteX5" fmla="*/ 3927917 w 4607989"/>
              <a:gd name="connsiteY5" fmla="*/ 2370176 h 2845997"/>
              <a:gd name="connsiteX6" fmla="*/ 1932266 w 4607989"/>
              <a:gd name="connsiteY6" fmla="*/ 2835056 h 2845997"/>
              <a:gd name="connsiteX7" fmla="*/ 87889 w 4607989"/>
              <a:gd name="connsiteY7" fmla="*/ 1903969 h 2845997"/>
              <a:gd name="connsiteX0" fmla="*/ 75627 w 4595727"/>
              <a:gd name="connsiteY0" fmla="*/ 1903969 h 2679351"/>
              <a:gd name="connsiteX1" fmla="*/ 475770 w 4595727"/>
              <a:gd name="connsiteY1" fmla="*/ 704661 h 2679351"/>
              <a:gd name="connsiteX2" fmla="*/ 2159490 w 4595727"/>
              <a:gd name="connsiteY2" fmla="*/ 22821 h 2679351"/>
              <a:gd name="connsiteX3" fmla="*/ 3708828 w 4595727"/>
              <a:gd name="connsiteY3" fmla="*/ 291004 h 2679351"/>
              <a:gd name="connsiteX4" fmla="*/ 4595073 w 4595727"/>
              <a:gd name="connsiteY4" fmla="*/ 1710653 h 2679351"/>
              <a:gd name="connsiteX5" fmla="*/ 3915655 w 4595727"/>
              <a:gd name="connsiteY5" fmla="*/ 2370176 h 2679351"/>
              <a:gd name="connsiteX6" fmla="*/ 1745833 w 4595727"/>
              <a:gd name="connsiteY6" fmla="*/ 2660884 h 2679351"/>
              <a:gd name="connsiteX7" fmla="*/ 75627 w 4595727"/>
              <a:gd name="connsiteY7" fmla="*/ 1903969 h 2679351"/>
              <a:gd name="connsiteX0" fmla="*/ 104209 w 4482795"/>
              <a:gd name="connsiteY0" fmla="*/ 1947512 h 2676898"/>
              <a:gd name="connsiteX1" fmla="*/ 362838 w 4482795"/>
              <a:gd name="connsiteY1" fmla="*/ 704661 h 2676898"/>
              <a:gd name="connsiteX2" fmla="*/ 2046558 w 4482795"/>
              <a:gd name="connsiteY2" fmla="*/ 22821 h 2676898"/>
              <a:gd name="connsiteX3" fmla="*/ 3595896 w 4482795"/>
              <a:gd name="connsiteY3" fmla="*/ 291004 h 2676898"/>
              <a:gd name="connsiteX4" fmla="*/ 4482141 w 4482795"/>
              <a:gd name="connsiteY4" fmla="*/ 1710653 h 2676898"/>
              <a:gd name="connsiteX5" fmla="*/ 3802723 w 4482795"/>
              <a:gd name="connsiteY5" fmla="*/ 2370176 h 2676898"/>
              <a:gd name="connsiteX6" fmla="*/ 1632901 w 4482795"/>
              <a:gd name="connsiteY6" fmla="*/ 2660884 h 2676898"/>
              <a:gd name="connsiteX7" fmla="*/ 104209 w 4482795"/>
              <a:gd name="connsiteY7" fmla="*/ 1947512 h 2676898"/>
              <a:gd name="connsiteX0" fmla="*/ 104209 w 4167996"/>
              <a:gd name="connsiteY0" fmla="*/ 1947512 h 2676898"/>
              <a:gd name="connsiteX1" fmla="*/ 362838 w 4167996"/>
              <a:gd name="connsiteY1" fmla="*/ 704661 h 2676898"/>
              <a:gd name="connsiteX2" fmla="*/ 2046558 w 4167996"/>
              <a:gd name="connsiteY2" fmla="*/ 22821 h 2676898"/>
              <a:gd name="connsiteX3" fmla="*/ 3595896 w 4167996"/>
              <a:gd name="connsiteY3" fmla="*/ 291004 h 2676898"/>
              <a:gd name="connsiteX4" fmla="*/ 4166456 w 4167996"/>
              <a:gd name="connsiteY4" fmla="*/ 1754196 h 2676898"/>
              <a:gd name="connsiteX5" fmla="*/ 3802723 w 4167996"/>
              <a:gd name="connsiteY5" fmla="*/ 2370176 h 2676898"/>
              <a:gd name="connsiteX6" fmla="*/ 1632901 w 4167996"/>
              <a:gd name="connsiteY6" fmla="*/ 2660884 h 2676898"/>
              <a:gd name="connsiteX7" fmla="*/ 104209 w 4167996"/>
              <a:gd name="connsiteY7" fmla="*/ 1947512 h 2676898"/>
              <a:gd name="connsiteX0" fmla="*/ 104209 w 4167996"/>
              <a:gd name="connsiteY0" fmla="*/ 1947512 h 2691279"/>
              <a:gd name="connsiteX1" fmla="*/ 362838 w 4167996"/>
              <a:gd name="connsiteY1" fmla="*/ 704661 h 2691279"/>
              <a:gd name="connsiteX2" fmla="*/ 2046558 w 4167996"/>
              <a:gd name="connsiteY2" fmla="*/ 22821 h 2691279"/>
              <a:gd name="connsiteX3" fmla="*/ 3595896 w 4167996"/>
              <a:gd name="connsiteY3" fmla="*/ 291004 h 2691279"/>
              <a:gd name="connsiteX4" fmla="*/ 4166456 w 4167996"/>
              <a:gd name="connsiteY4" fmla="*/ 1754196 h 2691279"/>
              <a:gd name="connsiteX5" fmla="*/ 3682980 w 4167996"/>
              <a:gd name="connsiteY5" fmla="*/ 2457262 h 2691279"/>
              <a:gd name="connsiteX6" fmla="*/ 1632901 w 4167996"/>
              <a:gd name="connsiteY6" fmla="*/ 2660884 h 2691279"/>
              <a:gd name="connsiteX7" fmla="*/ 104209 w 4167996"/>
              <a:gd name="connsiteY7" fmla="*/ 1947512 h 2691279"/>
              <a:gd name="connsiteX0" fmla="*/ 104209 w 4232976"/>
              <a:gd name="connsiteY0" fmla="*/ 1947512 h 2691279"/>
              <a:gd name="connsiteX1" fmla="*/ 362838 w 4232976"/>
              <a:gd name="connsiteY1" fmla="*/ 704661 h 2691279"/>
              <a:gd name="connsiteX2" fmla="*/ 2046558 w 4232976"/>
              <a:gd name="connsiteY2" fmla="*/ 22821 h 2691279"/>
              <a:gd name="connsiteX3" fmla="*/ 3595896 w 4232976"/>
              <a:gd name="connsiteY3" fmla="*/ 291004 h 2691279"/>
              <a:gd name="connsiteX4" fmla="*/ 4231770 w 4232976"/>
              <a:gd name="connsiteY4" fmla="*/ 1503825 h 2691279"/>
              <a:gd name="connsiteX5" fmla="*/ 3682980 w 4232976"/>
              <a:gd name="connsiteY5" fmla="*/ 2457262 h 2691279"/>
              <a:gd name="connsiteX6" fmla="*/ 1632901 w 4232976"/>
              <a:gd name="connsiteY6" fmla="*/ 2660884 h 2691279"/>
              <a:gd name="connsiteX7" fmla="*/ 104209 w 4232976"/>
              <a:gd name="connsiteY7" fmla="*/ 1947512 h 2691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32976" h="2691279">
                <a:moveTo>
                  <a:pt x="104209" y="1947512"/>
                </a:moveTo>
                <a:cubicBezTo>
                  <a:pt x="-107468" y="1621475"/>
                  <a:pt x="15527" y="1018186"/>
                  <a:pt x="362838" y="704661"/>
                </a:cubicBezTo>
                <a:cubicBezTo>
                  <a:pt x="710149" y="391136"/>
                  <a:pt x="1507715" y="91764"/>
                  <a:pt x="2046558" y="22821"/>
                </a:cubicBezTo>
                <a:cubicBezTo>
                  <a:pt x="2585401" y="-46122"/>
                  <a:pt x="3213551" y="40542"/>
                  <a:pt x="3595896" y="291004"/>
                </a:cubicBezTo>
                <a:cubicBezTo>
                  <a:pt x="3978241" y="541466"/>
                  <a:pt x="4253542" y="1162739"/>
                  <a:pt x="4231770" y="1503825"/>
                </a:cubicBezTo>
                <a:cubicBezTo>
                  <a:pt x="4209998" y="1844911"/>
                  <a:pt x="4128825" y="2269861"/>
                  <a:pt x="3682980" y="2457262"/>
                </a:cubicBezTo>
                <a:cubicBezTo>
                  <a:pt x="3237135" y="2644663"/>
                  <a:pt x="2229363" y="2745842"/>
                  <a:pt x="1632901" y="2660884"/>
                </a:cubicBezTo>
                <a:cubicBezTo>
                  <a:pt x="1036439" y="2575926"/>
                  <a:pt x="315886" y="2273549"/>
                  <a:pt x="104209" y="1947512"/>
                </a:cubicBezTo>
                <a:close/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Oval 10">
            <a:extLst>
              <a:ext uri="{FF2B5EF4-FFF2-40B4-BE49-F238E27FC236}">
                <a16:creationId xmlns:a16="http://schemas.microsoft.com/office/drawing/2014/main" id="{EDDD80E1-0E26-4E91-8D80-D429CDF54B5C}"/>
              </a:ext>
            </a:extLst>
          </p:cNvPr>
          <p:cNvSpPr/>
          <p:nvPr/>
        </p:nvSpPr>
        <p:spPr>
          <a:xfrm>
            <a:off x="1679953" y="5019519"/>
            <a:ext cx="2772926" cy="1313732"/>
          </a:xfrm>
          <a:custGeom>
            <a:avLst/>
            <a:gdLst>
              <a:gd name="connsiteX0" fmla="*/ 0 w 3053452"/>
              <a:gd name="connsiteY0" fmla="*/ 1491150 h 2982299"/>
              <a:gd name="connsiteX1" fmla="*/ 1526726 w 3053452"/>
              <a:gd name="connsiteY1" fmla="*/ 0 h 2982299"/>
              <a:gd name="connsiteX2" fmla="*/ 3053452 w 3053452"/>
              <a:gd name="connsiteY2" fmla="*/ 1491150 h 2982299"/>
              <a:gd name="connsiteX3" fmla="*/ 1526726 w 3053452"/>
              <a:gd name="connsiteY3" fmla="*/ 2982300 h 2982299"/>
              <a:gd name="connsiteX4" fmla="*/ 0 w 3053452"/>
              <a:gd name="connsiteY4" fmla="*/ 1491150 h 2982299"/>
              <a:gd name="connsiteX0" fmla="*/ 1515 w 3054967"/>
              <a:gd name="connsiteY0" fmla="*/ 1491150 h 1913137"/>
              <a:gd name="connsiteX1" fmla="*/ 1528241 w 3054967"/>
              <a:gd name="connsiteY1" fmla="*/ 0 h 1913137"/>
              <a:gd name="connsiteX2" fmla="*/ 3054967 w 3054967"/>
              <a:gd name="connsiteY2" fmla="*/ 1491150 h 1913137"/>
              <a:gd name="connsiteX3" fmla="*/ 1328544 w 3054967"/>
              <a:gd name="connsiteY3" fmla="*/ 1679017 h 1913137"/>
              <a:gd name="connsiteX4" fmla="*/ 1515 w 3054967"/>
              <a:gd name="connsiteY4" fmla="*/ 1491150 h 1913137"/>
              <a:gd name="connsiteX0" fmla="*/ 926 w 2928254"/>
              <a:gd name="connsiteY0" fmla="*/ 1519817 h 1767526"/>
              <a:gd name="connsiteX1" fmla="*/ 1527652 w 2928254"/>
              <a:gd name="connsiteY1" fmla="*/ 28667 h 1767526"/>
              <a:gd name="connsiteX2" fmla="*/ 2928254 w 2928254"/>
              <a:gd name="connsiteY2" fmla="*/ 899707 h 1767526"/>
              <a:gd name="connsiteX3" fmla="*/ 1327955 w 2928254"/>
              <a:gd name="connsiteY3" fmla="*/ 1707684 h 1767526"/>
              <a:gd name="connsiteX4" fmla="*/ 926 w 2928254"/>
              <a:gd name="connsiteY4" fmla="*/ 1519817 h 1767526"/>
              <a:gd name="connsiteX0" fmla="*/ 935 w 2917752"/>
              <a:gd name="connsiteY0" fmla="*/ 601664 h 1696065"/>
              <a:gd name="connsiteX1" fmla="*/ 1517150 w 2917752"/>
              <a:gd name="connsiteY1" fmla="*/ 3894 h 1696065"/>
              <a:gd name="connsiteX2" fmla="*/ 2917752 w 2917752"/>
              <a:gd name="connsiteY2" fmla="*/ 874934 h 1696065"/>
              <a:gd name="connsiteX3" fmla="*/ 1317453 w 2917752"/>
              <a:gd name="connsiteY3" fmla="*/ 1682911 h 1696065"/>
              <a:gd name="connsiteX4" fmla="*/ 935 w 2917752"/>
              <a:gd name="connsiteY4" fmla="*/ 601664 h 1696065"/>
              <a:gd name="connsiteX0" fmla="*/ 41252 w 2958069"/>
              <a:gd name="connsiteY0" fmla="*/ 601664 h 1689459"/>
              <a:gd name="connsiteX1" fmla="*/ 1557467 w 2958069"/>
              <a:gd name="connsiteY1" fmla="*/ 3894 h 1689459"/>
              <a:gd name="connsiteX2" fmla="*/ 2958069 w 2958069"/>
              <a:gd name="connsiteY2" fmla="*/ 874934 h 1689459"/>
              <a:gd name="connsiteX3" fmla="*/ 1357770 w 2958069"/>
              <a:gd name="connsiteY3" fmla="*/ 1682911 h 1689459"/>
              <a:gd name="connsiteX4" fmla="*/ 509159 w 2958069"/>
              <a:gd name="connsiteY4" fmla="*/ 1221678 h 1689459"/>
              <a:gd name="connsiteX5" fmla="*/ 41252 w 2958069"/>
              <a:gd name="connsiteY5" fmla="*/ 601664 h 1689459"/>
              <a:gd name="connsiteX0" fmla="*/ 87575 w 3004392"/>
              <a:gd name="connsiteY0" fmla="*/ 601278 h 1706052"/>
              <a:gd name="connsiteX1" fmla="*/ 1603790 w 3004392"/>
              <a:gd name="connsiteY1" fmla="*/ 3508 h 1706052"/>
              <a:gd name="connsiteX2" fmla="*/ 3004392 w 3004392"/>
              <a:gd name="connsiteY2" fmla="*/ 874548 h 1706052"/>
              <a:gd name="connsiteX3" fmla="*/ 1404093 w 3004392"/>
              <a:gd name="connsiteY3" fmla="*/ 1682525 h 1706052"/>
              <a:gd name="connsiteX4" fmla="*/ 313744 w 3004392"/>
              <a:gd name="connsiteY4" fmla="*/ 1410478 h 1706052"/>
              <a:gd name="connsiteX5" fmla="*/ 87575 w 3004392"/>
              <a:gd name="connsiteY5" fmla="*/ 601278 h 1706052"/>
              <a:gd name="connsiteX0" fmla="*/ 87575 w 3004392"/>
              <a:gd name="connsiteY0" fmla="*/ 601278 h 1700629"/>
              <a:gd name="connsiteX1" fmla="*/ 1603790 w 3004392"/>
              <a:gd name="connsiteY1" fmla="*/ 3508 h 1700629"/>
              <a:gd name="connsiteX2" fmla="*/ 3004392 w 3004392"/>
              <a:gd name="connsiteY2" fmla="*/ 874548 h 1700629"/>
              <a:gd name="connsiteX3" fmla="*/ 1404093 w 3004392"/>
              <a:gd name="connsiteY3" fmla="*/ 1682525 h 1700629"/>
              <a:gd name="connsiteX4" fmla="*/ 313744 w 3004392"/>
              <a:gd name="connsiteY4" fmla="*/ 1410478 h 1700629"/>
              <a:gd name="connsiteX5" fmla="*/ 87575 w 3004392"/>
              <a:gd name="connsiteY5" fmla="*/ 601278 h 1700629"/>
              <a:gd name="connsiteX0" fmla="*/ 117396 w 2918599"/>
              <a:gd name="connsiteY0" fmla="*/ 520592 h 1704026"/>
              <a:gd name="connsiteX1" fmla="*/ 1517997 w 2918599"/>
              <a:gd name="connsiteY1" fmla="*/ 6905 h 1704026"/>
              <a:gd name="connsiteX2" fmla="*/ 2918599 w 2918599"/>
              <a:gd name="connsiteY2" fmla="*/ 877945 h 1704026"/>
              <a:gd name="connsiteX3" fmla="*/ 1318300 w 2918599"/>
              <a:gd name="connsiteY3" fmla="*/ 1685922 h 1704026"/>
              <a:gd name="connsiteX4" fmla="*/ 227951 w 2918599"/>
              <a:gd name="connsiteY4" fmla="*/ 1413875 h 1704026"/>
              <a:gd name="connsiteX5" fmla="*/ 117396 w 2918599"/>
              <a:gd name="connsiteY5" fmla="*/ 520592 h 1704026"/>
              <a:gd name="connsiteX0" fmla="*/ 233823 w 2806426"/>
              <a:gd name="connsiteY0" fmla="*/ 324516 h 1725664"/>
              <a:gd name="connsiteX1" fmla="*/ 1405824 w 2806426"/>
              <a:gd name="connsiteY1" fmla="*/ 28543 h 1725664"/>
              <a:gd name="connsiteX2" fmla="*/ 2806426 w 2806426"/>
              <a:gd name="connsiteY2" fmla="*/ 899583 h 1725664"/>
              <a:gd name="connsiteX3" fmla="*/ 1206127 w 2806426"/>
              <a:gd name="connsiteY3" fmla="*/ 1707560 h 1725664"/>
              <a:gd name="connsiteX4" fmla="*/ 115778 w 2806426"/>
              <a:gd name="connsiteY4" fmla="*/ 1435513 h 1725664"/>
              <a:gd name="connsiteX5" fmla="*/ 233823 w 2806426"/>
              <a:gd name="connsiteY5" fmla="*/ 324516 h 1725664"/>
              <a:gd name="connsiteX0" fmla="*/ 92179 w 2664782"/>
              <a:gd name="connsiteY0" fmla="*/ 322326 h 1712908"/>
              <a:gd name="connsiteX1" fmla="*/ 1264180 w 2664782"/>
              <a:gd name="connsiteY1" fmla="*/ 26353 h 1712908"/>
              <a:gd name="connsiteX2" fmla="*/ 2664782 w 2664782"/>
              <a:gd name="connsiteY2" fmla="*/ 897393 h 1712908"/>
              <a:gd name="connsiteX3" fmla="*/ 1064483 w 2664782"/>
              <a:gd name="connsiteY3" fmla="*/ 1705370 h 1712908"/>
              <a:gd name="connsiteX4" fmla="*/ 224506 w 2664782"/>
              <a:gd name="connsiteY4" fmla="*/ 1291808 h 1712908"/>
              <a:gd name="connsiteX5" fmla="*/ 92179 w 2664782"/>
              <a:gd name="connsiteY5" fmla="*/ 322326 h 1712908"/>
              <a:gd name="connsiteX0" fmla="*/ 92179 w 2664782"/>
              <a:gd name="connsiteY0" fmla="*/ 322326 h 1390006"/>
              <a:gd name="connsiteX1" fmla="*/ 1264180 w 2664782"/>
              <a:gd name="connsiteY1" fmla="*/ 26353 h 1390006"/>
              <a:gd name="connsiteX2" fmla="*/ 2664782 w 2664782"/>
              <a:gd name="connsiteY2" fmla="*/ 897393 h 1390006"/>
              <a:gd name="connsiteX3" fmla="*/ 1663197 w 2664782"/>
              <a:gd name="connsiteY3" fmla="*/ 1313484 h 1390006"/>
              <a:gd name="connsiteX4" fmla="*/ 224506 w 2664782"/>
              <a:gd name="connsiteY4" fmla="*/ 1291808 h 1390006"/>
              <a:gd name="connsiteX5" fmla="*/ 92179 w 2664782"/>
              <a:gd name="connsiteY5" fmla="*/ 322326 h 1390006"/>
              <a:gd name="connsiteX0" fmla="*/ 92179 w 2980467"/>
              <a:gd name="connsiteY0" fmla="*/ 323762 h 1387107"/>
              <a:gd name="connsiteX1" fmla="*/ 1264180 w 2980467"/>
              <a:gd name="connsiteY1" fmla="*/ 27789 h 1387107"/>
              <a:gd name="connsiteX2" fmla="*/ 2980467 w 2980467"/>
              <a:gd name="connsiteY2" fmla="*/ 572258 h 1387107"/>
              <a:gd name="connsiteX3" fmla="*/ 1663197 w 2980467"/>
              <a:gd name="connsiteY3" fmla="*/ 1314920 h 1387107"/>
              <a:gd name="connsiteX4" fmla="*/ 224506 w 2980467"/>
              <a:gd name="connsiteY4" fmla="*/ 1293244 h 1387107"/>
              <a:gd name="connsiteX5" fmla="*/ 92179 w 2980467"/>
              <a:gd name="connsiteY5" fmla="*/ 323762 h 1387107"/>
              <a:gd name="connsiteX0" fmla="*/ 80581 w 2968869"/>
              <a:gd name="connsiteY0" fmla="*/ 323762 h 1335859"/>
              <a:gd name="connsiteX1" fmla="*/ 1252582 w 2968869"/>
              <a:gd name="connsiteY1" fmla="*/ 27789 h 1335859"/>
              <a:gd name="connsiteX2" fmla="*/ 2968869 w 2968869"/>
              <a:gd name="connsiteY2" fmla="*/ 572258 h 1335859"/>
              <a:gd name="connsiteX3" fmla="*/ 1651599 w 2968869"/>
              <a:gd name="connsiteY3" fmla="*/ 1314920 h 1335859"/>
              <a:gd name="connsiteX4" fmla="*/ 245565 w 2968869"/>
              <a:gd name="connsiteY4" fmla="*/ 1097301 h 1335859"/>
              <a:gd name="connsiteX5" fmla="*/ 80581 w 2968869"/>
              <a:gd name="connsiteY5" fmla="*/ 323762 h 1335859"/>
              <a:gd name="connsiteX0" fmla="*/ 80581 w 2772926"/>
              <a:gd name="connsiteY0" fmla="*/ 307726 h 1313732"/>
              <a:gd name="connsiteX1" fmla="*/ 1252582 w 2772926"/>
              <a:gd name="connsiteY1" fmla="*/ 11753 h 1313732"/>
              <a:gd name="connsiteX2" fmla="*/ 2772926 w 2772926"/>
              <a:gd name="connsiteY2" fmla="*/ 665079 h 1313732"/>
              <a:gd name="connsiteX3" fmla="*/ 1651599 w 2772926"/>
              <a:gd name="connsiteY3" fmla="*/ 1298884 h 1313732"/>
              <a:gd name="connsiteX4" fmla="*/ 245565 w 2772926"/>
              <a:gd name="connsiteY4" fmla="*/ 1081265 h 1313732"/>
              <a:gd name="connsiteX5" fmla="*/ 80581 w 2772926"/>
              <a:gd name="connsiteY5" fmla="*/ 307726 h 1313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72926" h="1313732">
                <a:moveTo>
                  <a:pt x="80581" y="307726"/>
                </a:moveTo>
                <a:cubicBezTo>
                  <a:pt x="248417" y="129474"/>
                  <a:pt x="803858" y="-47806"/>
                  <a:pt x="1252582" y="11753"/>
                </a:cubicBezTo>
                <a:cubicBezTo>
                  <a:pt x="1701306" y="71312"/>
                  <a:pt x="2772926" y="-158460"/>
                  <a:pt x="2772926" y="665079"/>
                </a:cubicBezTo>
                <a:cubicBezTo>
                  <a:pt x="2772926" y="1488618"/>
                  <a:pt x="2072826" y="1229520"/>
                  <a:pt x="1651599" y="1298884"/>
                </a:cubicBezTo>
                <a:cubicBezTo>
                  <a:pt x="1230372" y="1368248"/>
                  <a:pt x="496516" y="1177391"/>
                  <a:pt x="245565" y="1081265"/>
                </a:cubicBezTo>
                <a:cubicBezTo>
                  <a:pt x="26145" y="901057"/>
                  <a:pt x="-87255" y="485978"/>
                  <a:pt x="80581" y="307726"/>
                </a:cubicBezTo>
                <a:close/>
              </a:path>
            </a:pathLst>
          </a:cu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61F4F14-1D7E-40A1-A93C-A8E6EB9467E8}"/>
              </a:ext>
            </a:extLst>
          </p:cNvPr>
          <p:cNvGrpSpPr/>
          <p:nvPr/>
        </p:nvGrpSpPr>
        <p:grpSpPr>
          <a:xfrm>
            <a:off x="466275" y="857732"/>
            <a:ext cx="4800782" cy="1131978"/>
            <a:chOff x="2397302" y="1871324"/>
            <a:chExt cx="5954405" cy="113197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916801B-9141-4F06-9296-22E864AD438B}"/>
                </a:ext>
              </a:extLst>
            </p:cNvPr>
            <p:cNvSpPr/>
            <p:nvPr/>
          </p:nvSpPr>
          <p:spPr>
            <a:xfrm>
              <a:off x="2397302" y="1871324"/>
              <a:ext cx="5954405" cy="945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C628CF3-A4A8-4E0C-9FFE-154BE72B9524}"/>
                </a:ext>
              </a:extLst>
            </p:cNvPr>
            <p:cNvSpPr/>
            <p:nvPr/>
          </p:nvSpPr>
          <p:spPr>
            <a:xfrm>
              <a:off x="2397302" y="2908709"/>
              <a:ext cx="5954405" cy="9459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391E5DB-8FB7-4396-87B2-BC674C914825}"/>
              </a:ext>
            </a:extLst>
          </p:cNvPr>
          <p:cNvSpPr txBox="1"/>
          <p:nvPr/>
        </p:nvSpPr>
        <p:spPr>
          <a:xfrm>
            <a:off x="3977953" y="1244770"/>
            <a:ext cx="162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Cell Membrane</a:t>
            </a:r>
            <a:endParaRPr lang="en-IL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FEB37F-B105-4F95-90B8-82281CA6F0B5}"/>
              </a:ext>
            </a:extLst>
          </p:cNvPr>
          <p:cNvSpPr txBox="1"/>
          <p:nvPr/>
        </p:nvSpPr>
        <p:spPr>
          <a:xfrm>
            <a:off x="3959582" y="558902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</a:t>
            </a:r>
            <a:endParaRPr lang="en-IL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37E73A-0248-4475-8B69-7EF269B2CF99}"/>
              </a:ext>
            </a:extLst>
          </p:cNvPr>
          <p:cNvSpPr txBox="1"/>
          <p:nvPr/>
        </p:nvSpPr>
        <p:spPr>
          <a:xfrm>
            <a:off x="3959582" y="191294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</a:t>
            </a:r>
            <a:endParaRPr lang="en-IL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D1B9FD-41A0-4E8A-A7CF-7D84718F6D42}"/>
              </a:ext>
            </a:extLst>
          </p:cNvPr>
          <p:cNvSpPr txBox="1"/>
          <p:nvPr/>
        </p:nvSpPr>
        <p:spPr>
          <a:xfrm>
            <a:off x="3349883" y="5415363"/>
            <a:ext cx="1087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Internal </a:t>
            </a:r>
          </a:p>
          <a:p>
            <a:r>
              <a:rPr lang="en-US" dirty="0"/>
              <a:t>Organelle</a:t>
            </a:r>
            <a:endParaRPr lang="en-IL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7CE0083-E7FE-442A-9F48-F33C7C1E60D4}"/>
              </a:ext>
            </a:extLst>
          </p:cNvPr>
          <p:cNvGrpSpPr/>
          <p:nvPr/>
        </p:nvGrpSpPr>
        <p:grpSpPr>
          <a:xfrm>
            <a:off x="2567307" y="5472999"/>
            <a:ext cx="598717" cy="588695"/>
            <a:chOff x="9089569" y="3257879"/>
            <a:chExt cx="598717" cy="588695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A91C580-F37E-48EE-811C-888D8230A6F4}"/>
                </a:ext>
              </a:extLst>
            </p:cNvPr>
            <p:cNvSpPr/>
            <p:nvPr/>
          </p:nvSpPr>
          <p:spPr>
            <a:xfrm>
              <a:off x="9089569" y="3265718"/>
              <a:ext cx="598717" cy="58085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F5B6493-169F-4880-B1AD-C8EE2B49DC30}"/>
                </a:ext>
              </a:extLst>
            </p:cNvPr>
            <p:cNvSpPr txBox="1"/>
            <p:nvPr/>
          </p:nvSpPr>
          <p:spPr>
            <a:xfrm>
              <a:off x="9152110" y="3257879"/>
              <a:ext cx="44435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/>
                <a:t>G</a:t>
              </a:r>
              <a:endParaRPr lang="en-IL" b="1" dirty="0"/>
            </a:p>
          </p:txBody>
        </p:sp>
      </p:grp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2A336784-DB69-4F28-AD5E-CD4998EAA401}"/>
              </a:ext>
            </a:extLst>
          </p:cNvPr>
          <p:cNvSpPr/>
          <p:nvPr/>
        </p:nvSpPr>
        <p:spPr>
          <a:xfrm rot="10800000">
            <a:off x="2937103" y="241823"/>
            <a:ext cx="375498" cy="323464"/>
          </a:xfrm>
          <a:prstGeom prst="triangle">
            <a:avLst/>
          </a:prstGeom>
          <a:solidFill>
            <a:srgbClr val="F018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E84A52C-4379-4229-BDC3-8BA8B393DCF2}"/>
              </a:ext>
            </a:extLst>
          </p:cNvPr>
          <p:cNvGrpSpPr/>
          <p:nvPr/>
        </p:nvGrpSpPr>
        <p:grpSpPr>
          <a:xfrm>
            <a:off x="2237888" y="-444467"/>
            <a:ext cx="2441618" cy="6057697"/>
            <a:chOff x="2237888" y="-444467"/>
            <a:chExt cx="2441618" cy="60576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B3976F0-C847-4A2B-9C03-5E7F7E675C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3242" b="86160" l="29063" r="50703">
                          <a14:foregroundMark x1="34375" y1="3242" x2="33594" y2="25062"/>
                          <a14:foregroundMark x1="33594" y1="25062" x2="48672" y2="31796"/>
                          <a14:foregroundMark x1="48672" y1="31796" x2="52031" y2="42269"/>
                          <a14:foregroundMark x1="52031" y1="42269" x2="49297" y2="66085"/>
                          <a14:foregroundMark x1="49297" y1="66085" x2="52031" y2="89776"/>
                          <a14:foregroundMark x1="52031" y1="89776" x2="39482" y2="88658"/>
                          <a14:foregroundMark x1="33698" y1="85605" x2="30078" y2="79302"/>
                          <a14:foregroundMark x1="29427" y1="75929" x2="28203" y2="69576"/>
                          <a14:foregroundMark x1="28203" y1="69576" x2="28047" y2="14713"/>
                          <a14:foregroundMark x1="28047" y1="14713" x2="33125" y2="4738"/>
                          <a14:foregroundMark x1="33125" y1="4738" x2="34922" y2="3242"/>
                          <a14:backgroundMark x1="29688" y1="77556" x2="36406" y2="85661"/>
                          <a14:backgroundMark x1="36406" y1="85661" x2="44141" y2="82793"/>
                          <a14:backgroundMark x1="44141" y1="82793" x2="34375" y2="88404"/>
                          <a14:backgroundMark x1="34375" y1="88404" x2="30234" y2="79052"/>
                        </a14:backgroundRemoval>
                      </a14:imgEffect>
                    </a14:imgLayer>
                  </a14:imgProps>
                </a:ext>
              </a:extLst>
            </a:blip>
            <a:srcRect l="26425" t="1289" r="46513" b="4359"/>
            <a:stretch/>
          </p:blipFill>
          <p:spPr>
            <a:xfrm>
              <a:off x="2237888" y="-444467"/>
              <a:ext cx="1478259" cy="32292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27788A9-7ACB-4E3C-A4BA-5D9608167B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30175" b="85411" l="46016" r="70781">
                          <a14:foregroundMark x1="55234" y1="35536" x2="61641" y2="29302"/>
                          <a14:foregroundMark x1="61641" y1="29302" x2="69453" y2="29551"/>
                          <a14:foregroundMark x1="69453" y1="29551" x2="72188" y2="40773"/>
                          <a14:foregroundMark x1="72188" y1="40773" x2="69219" y2="50748"/>
                          <a14:foregroundMark x1="69219" y1="50748" x2="68125" y2="74938"/>
                          <a14:foregroundMark x1="68125" y1="74938" x2="64531" y2="85536"/>
                          <a14:foregroundMark x1="64531" y1="85536" x2="48594" y2="89401"/>
                          <a14:foregroundMark x1="48594" y1="89401" x2="46016" y2="80299"/>
                          <a14:foregroundMark x1="46016" y1="80299" x2="49688" y2="59850"/>
                          <a14:foregroundMark x1="49688" y1="59850" x2="50234" y2="48254"/>
                          <a14:foregroundMark x1="50234" y1="48254" x2="48672" y2="38529"/>
                          <a14:foregroundMark x1="48672" y1="38529" x2="54531" y2="34539"/>
                          <a14:foregroundMark x1="54531" y1="34539" x2="55313" y2="35661"/>
                        </a14:backgroundRemoval>
                      </a14:imgEffect>
                    </a14:imgLayer>
                  </a14:imgProps>
                </a:ext>
              </a:extLst>
            </a:blip>
            <a:srcRect l="43345" t="23330" r="26146" b="7651"/>
            <a:stretch/>
          </p:blipFill>
          <p:spPr>
            <a:xfrm>
              <a:off x="3012955" y="3250992"/>
              <a:ext cx="1666551" cy="236223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246B1AA-8D51-49F8-884E-1E68E87E37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2594" b="78803" l="42656" r="70234">
                          <a14:foregroundMark x1="44219" y1="78055" x2="50351" y2="73794"/>
                          <a14:foregroundMark x1="60490" y1="46882" x2="61484" y2="44140"/>
                          <a14:foregroundMark x1="54153" y1="64358" x2="59347" y2="50034"/>
                          <a14:foregroundMark x1="61484" y1="44140" x2="65023" y2="41088"/>
                          <a14:foregroundMark x1="70103" y1="24470" x2="70156" y2="24065"/>
                          <a14:foregroundMark x1="68704" y1="35069" x2="69073" y2="32270"/>
                          <a14:foregroundMark x1="65460" y1="14986" x2="65118" y2="14325"/>
                          <a14:foregroundMark x1="70156" y1="24065" x2="68888" y2="21613"/>
                          <a14:foregroundMark x1="63737" y1="14135" x2="63386" y2="14454"/>
                          <a14:foregroundMark x1="49514" y1="36049" x2="51511" y2="41920"/>
                          <a14:foregroundMark x1="51758" y1="47583" x2="50887" y2="53492"/>
                          <a14:foregroundMark x1="52019" y1="45813" x2="51760" y2="47573"/>
                          <a14:foregroundMark x1="46156" y1="64023" x2="45391" y2="65586"/>
                          <a14:foregroundMark x1="50703" y1="54738" x2="48592" y2="59050"/>
                          <a14:foregroundMark x1="45391" y1="65586" x2="42734" y2="77805"/>
                          <a14:foregroundMark x1="42734" y1="77805" x2="45313" y2="78803"/>
                          <a14:foregroundMark x1="51172" y1="68828" x2="45234" y2="77556"/>
                          <a14:foregroundMark x1="45234" y1="77556" x2="47109" y2="65461"/>
                          <a14:foregroundMark x1="47109" y1="65461" x2="49195" y2="61004"/>
                          <a14:foregroundMark x1="53192" y1="45856" x2="53672" y2="42269"/>
                          <a14:foregroundMark x1="52807" y1="48728" x2="52945" y2="47700"/>
                          <a14:foregroundMark x1="53672" y1="42269" x2="51473" y2="34038"/>
                          <a14:foregroundMark x1="64342" y1="15614" x2="65057" y2="15869"/>
                          <a14:foregroundMark x1="69330" y1="32688" x2="68932" y2="35003"/>
                          <a14:foregroundMark x1="68047" y1="40150" x2="60625" y2="48254"/>
                          <a14:foregroundMark x1="59315" y1="51154" x2="49531" y2="72818"/>
                          <a14:foregroundMark x1="60625" y1="48254" x2="60439" y2="48665"/>
                          <a14:backgroundMark x1="59766" y1="53865" x2="60156" y2="40025"/>
                          <a14:backgroundMark x1="60156" y1="40025" x2="70469" y2="37032"/>
                          <a14:backgroundMark x1="49141" y1="34414" x2="57891" y2="25436"/>
                          <a14:backgroundMark x1="57891" y1="25436" x2="66875" y2="24190"/>
                          <a14:backgroundMark x1="66875" y1="24190" x2="71172" y2="31172"/>
                          <a14:backgroundMark x1="48594" y1="60349" x2="53672" y2="47756"/>
                          <a14:backgroundMark x1="53672" y1="47756" x2="48047" y2="36284"/>
                          <a14:backgroundMark x1="48047" y1="36284" x2="47578" y2="36035"/>
                          <a14:backgroundMark x1="45625" y1="66085" x2="52891" y2="52618"/>
                          <a14:backgroundMark x1="52891" y1="52618" x2="49922" y2="39401"/>
                          <a14:backgroundMark x1="49922" y1="39401" x2="48594" y2="38155"/>
                          <a14:backgroundMark x1="49766" y1="76185" x2="59141" y2="53491"/>
                          <a14:backgroundMark x1="49531" y1="29925" x2="57734" y2="23441"/>
                          <a14:backgroundMark x1="57734" y1="23441" x2="66563" y2="21571"/>
                          <a14:backgroundMark x1="66563" y1="21571" x2="58516" y2="7606"/>
                          <a14:backgroundMark x1="58516" y1="7606" x2="49922" y2="18953"/>
                          <a14:backgroundMark x1="49922" y1="18953" x2="50156" y2="29426"/>
                          <a14:backgroundMark x1="54219" y1="23192" x2="63828" y2="17207"/>
                          <a14:backgroundMark x1="63828" y1="17207" x2="52500" y2="15835"/>
                          <a14:backgroundMark x1="52500" y1="15835" x2="55078" y2="23566"/>
                          <a14:backgroundMark x1="61875" y1="20574" x2="69453" y2="27431"/>
                          <a14:backgroundMark x1="69453" y1="27431" x2="65859" y2="11845"/>
                          <a14:backgroundMark x1="65859" y1="11845" x2="56797" y2="10599"/>
                          <a14:backgroundMark x1="56797" y1="10599" x2="62187" y2="21072"/>
                          <a14:backgroundMark x1="64531" y1="17207" x2="66172" y2="20698"/>
                          <a14:backgroundMark x1="66016" y1="20449" x2="67500" y2="23192"/>
                          <a14:backgroundMark x1="62422" y1="17207" x2="63047" y2="18579"/>
                          <a14:backgroundMark x1="63047" y1="18579" x2="64219" y2="19077"/>
                          <a14:backgroundMark x1="64219" y1="16209" x2="63906" y2="17207"/>
                          <a14:backgroundMark x1="64219" y1="17706" x2="65391" y2="18080"/>
                        </a14:backgroundRemoval>
                      </a14:imgEffect>
                    </a14:imgLayer>
                  </a14:imgProps>
                </a:ext>
              </a:extLst>
            </a:blip>
            <a:srcRect l="40095" t="5004" r="28239" b="16697"/>
            <a:stretch/>
          </p:blipFill>
          <p:spPr>
            <a:xfrm rot="8160159">
              <a:off x="2317182" y="2105100"/>
              <a:ext cx="1729752" cy="2679855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CD7EA94-ADC4-4179-9B50-F5AEE70DF8DF}"/>
              </a:ext>
            </a:extLst>
          </p:cNvPr>
          <p:cNvGrpSpPr/>
          <p:nvPr/>
        </p:nvGrpSpPr>
        <p:grpSpPr>
          <a:xfrm>
            <a:off x="2990159" y="2483231"/>
            <a:ext cx="598717" cy="588695"/>
            <a:chOff x="9089569" y="3257879"/>
            <a:chExt cx="598717" cy="58869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BD21341-A6C3-4BE4-890E-CF2C241383F6}"/>
                </a:ext>
              </a:extLst>
            </p:cNvPr>
            <p:cNvSpPr/>
            <p:nvPr/>
          </p:nvSpPr>
          <p:spPr>
            <a:xfrm>
              <a:off x="9089569" y="3265718"/>
              <a:ext cx="598717" cy="58085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C14D848-474D-466C-AD7D-ECC178319588}"/>
                </a:ext>
              </a:extLst>
            </p:cNvPr>
            <p:cNvSpPr txBox="1"/>
            <p:nvPr/>
          </p:nvSpPr>
          <p:spPr>
            <a:xfrm>
              <a:off x="9152110" y="3257879"/>
              <a:ext cx="44435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/>
                <a:t>G</a:t>
              </a:r>
              <a:endParaRPr lang="en-IL" b="1" dirty="0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8530BA2-DDDF-4F4F-934C-D4E6C49DEFC7}"/>
              </a:ext>
            </a:extLst>
          </p:cNvPr>
          <p:cNvSpPr txBox="1"/>
          <p:nvPr/>
        </p:nvSpPr>
        <p:spPr>
          <a:xfrm>
            <a:off x="10336507" y="1244770"/>
            <a:ext cx="162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Cell Membrane</a:t>
            </a:r>
            <a:endParaRPr lang="en-IL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46A2BC-06CC-434B-8523-C1CC137CB74B}"/>
              </a:ext>
            </a:extLst>
          </p:cNvPr>
          <p:cNvSpPr txBox="1"/>
          <p:nvPr/>
        </p:nvSpPr>
        <p:spPr>
          <a:xfrm>
            <a:off x="10318136" y="558902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</a:t>
            </a:r>
            <a:endParaRPr lang="en-IL" dirty="0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E290DFE8-C985-49FD-B7E3-99E1C2281D2D}"/>
              </a:ext>
            </a:extLst>
          </p:cNvPr>
          <p:cNvSpPr/>
          <p:nvPr/>
        </p:nvSpPr>
        <p:spPr>
          <a:xfrm rot="10800000">
            <a:off x="8920568" y="226314"/>
            <a:ext cx="375498" cy="323464"/>
          </a:xfrm>
          <a:prstGeom prst="triangle">
            <a:avLst/>
          </a:prstGeom>
          <a:solidFill>
            <a:srgbClr val="F018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40" name="Picture 2" descr="38,496 Scissors Icon Illustrations &amp; Clip Art - iStock">
            <a:extLst>
              <a:ext uri="{FF2B5EF4-FFF2-40B4-BE49-F238E27FC236}">
                <a16:creationId xmlns:a16="http://schemas.microsoft.com/office/drawing/2014/main" id="{385B8BB8-3C9C-40E0-B743-D25FA22D6E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34" t="32105" r="23315" b="31424"/>
          <a:stretch/>
        </p:blipFill>
        <p:spPr bwMode="auto">
          <a:xfrm>
            <a:off x="8269249" y="3100121"/>
            <a:ext cx="909796" cy="618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2CAD99E2-B33E-42A8-8E2F-542ED73A9CBA}"/>
              </a:ext>
            </a:extLst>
          </p:cNvPr>
          <p:cNvGrpSpPr/>
          <p:nvPr/>
        </p:nvGrpSpPr>
        <p:grpSpPr>
          <a:xfrm>
            <a:off x="8570479" y="-455897"/>
            <a:ext cx="2441618" cy="6057697"/>
            <a:chOff x="2237888" y="-444467"/>
            <a:chExt cx="2441618" cy="6057697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62AB4439-E867-4ED9-B44A-7E9628BF3D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30175" b="85411" l="46016" r="70781">
                          <a14:foregroundMark x1="55234" y1="35536" x2="61641" y2="29302"/>
                          <a14:foregroundMark x1="61641" y1="29302" x2="69453" y2="29551"/>
                          <a14:foregroundMark x1="69453" y1="29551" x2="72188" y2="40773"/>
                          <a14:foregroundMark x1="72188" y1="40773" x2="69219" y2="50748"/>
                          <a14:foregroundMark x1="69219" y1="50748" x2="68125" y2="74938"/>
                          <a14:foregroundMark x1="68125" y1="74938" x2="64531" y2="85536"/>
                          <a14:foregroundMark x1="64531" y1="85536" x2="48594" y2="89401"/>
                          <a14:foregroundMark x1="48594" y1="89401" x2="46016" y2="80299"/>
                          <a14:foregroundMark x1="46016" y1="80299" x2="49688" y2="59850"/>
                          <a14:foregroundMark x1="49688" y1="59850" x2="50234" y2="48254"/>
                          <a14:foregroundMark x1="50234" y1="48254" x2="48672" y2="38529"/>
                          <a14:foregroundMark x1="48672" y1="38529" x2="54531" y2="34539"/>
                          <a14:foregroundMark x1="54531" y1="34539" x2="55313" y2="35661"/>
                        </a14:backgroundRemoval>
                      </a14:imgEffect>
                    </a14:imgLayer>
                  </a14:imgProps>
                </a:ext>
              </a:extLst>
            </a:blip>
            <a:srcRect l="43345" t="23330" r="26146" b="7651"/>
            <a:stretch/>
          </p:blipFill>
          <p:spPr>
            <a:xfrm>
              <a:off x="3012955" y="3250992"/>
              <a:ext cx="1666551" cy="2362238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76D78920-DC77-41E9-B878-F3C698DE2B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2594" b="78803" l="42656" r="70234">
                          <a14:foregroundMark x1="44219" y1="78055" x2="50351" y2="73794"/>
                          <a14:foregroundMark x1="60490" y1="46882" x2="61484" y2="44140"/>
                          <a14:foregroundMark x1="54153" y1="64358" x2="59347" y2="50034"/>
                          <a14:foregroundMark x1="61484" y1="44140" x2="65023" y2="41088"/>
                          <a14:foregroundMark x1="70103" y1="24470" x2="70156" y2="24065"/>
                          <a14:foregroundMark x1="68704" y1="35069" x2="69073" y2="32270"/>
                          <a14:foregroundMark x1="65460" y1="14986" x2="65118" y2="14325"/>
                          <a14:foregroundMark x1="70156" y1="24065" x2="68888" y2="21613"/>
                          <a14:foregroundMark x1="63737" y1="14135" x2="63386" y2="14454"/>
                          <a14:foregroundMark x1="49514" y1="36049" x2="51511" y2="41920"/>
                          <a14:foregroundMark x1="51758" y1="47583" x2="50887" y2="53492"/>
                          <a14:foregroundMark x1="52019" y1="45813" x2="51760" y2="47573"/>
                          <a14:foregroundMark x1="46156" y1="64023" x2="45391" y2="65586"/>
                          <a14:foregroundMark x1="50703" y1="54738" x2="48592" y2="59050"/>
                          <a14:foregroundMark x1="45391" y1="65586" x2="42734" y2="77805"/>
                          <a14:foregroundMark x1="42734" y1="77805" x2="45313" y2="78803"/>
                          <a14:foregroundMark x1="51172" y1="68828" x2="45234" y2="77556"/>
                          <a14:foregroundMark x1="45234" y1="77556" x2="47109" y2="65461"/>
                          <a14:foregroundMark x1="47109" y1="65461" x2="49195" y2="61004"/>
                          <a14:foregroundMark x1="53192" y1="45856" x2="53672" y2="42269"/>
                          <a14:foregroundMark x1="52807" y1="48728" x2="52945" y2="47700"/>
                          <a14:foregroundMark x1="53672" y1="42269" x2="51473" y2="34038"/>
                          <a14:foregroundMark x1="64342" y1="15614" x2="65057" y2="15869"/>
                          <a14:foregroundMark x1="69330" y1="32688" x2="68932" y2="35003"/>
                          <a14:foregroundMark x1="68047" y1="40150" x2="60625" y2="48254"/>
                          <a14:foregroundMark x1="59315" y1="51154" x2="49531" y2="72818"/>
                          <a14:foregroundMark x1="60625" y1="48254" x2="60439" y2="48665"/>
                          <a14:backgroundMark x1="59766" y1="53865" x2="60156" y2="40025"/>
                          <a14:backgroundMark x1="60156" y1="40025" x2="70469" y2="37032"/>
                          <a14:backgroundMark x1="49141" y1="34414" x2="57891" y2="25436"/>
                          <a14:backgroundMark x1="57891" y1="25436" x2="66875" y2="24190"/>
                          <a14:backgroundMark x1="66875" y1="24190" x2="71172" y2="31172"/>
                          <a14:backgroundMark x1="48594" y1="60349" x2="53672" y2="47756"/>
                          <a14:backgroundMark x1="53672" y1="47756" x2="48047" y2="36284"/>
                          <a14:backgroundMark x1="48047" y1="36284" x2="47578" y2="36035"/>
                          <a14:backgroundMark x1="45625" y1="66085" x2="52891" y2="52618"/>
                          <a14:backgroundMark x1="52891" y1="52618" x2="49922" y2="39401"/>
                          <a14:backgroundMark x1="49922" y1="39401" x2="48594" y2="38155"/>
                          <a14:backgroundMark x1="49766" y1="76185" x2="59141" y2="53491"/>
                          <a14:backgroundMark x1="49531" y1="29925" x2="57734" y2="23441"/>
                          <a14:backgroundMark x1="57734" y1="23441" x2="66563" y2="21571"/>
                          <a14:backgroundMark x1="66563" y1="21571" x2="58516" y2="7606"/>
                          <a14:backgroundMark x1="58516" y1="7606" x2="49922" y2="18953"/>
                          <a14:backgroundMark x1="49922" y1="18953" x2="50156" y2="29426"/>
                          <a14:backgroundMark x1="54219" y1="23192" x2="63828" y2="17207"/>
                          <a14:backgroundMark x1="63828" y1="17207" x2="52500" y2="15835"/>
                          <a14:backgroundMark x1="52500" y1="15835" x2="55078" y2="23566"/>
                          <a14:backgroundMark x1="61875" y1="20574" x2="69453" y2="27431"/>
                          <a14:backgroundMark x1="69453" y1="27431" x2="65859" y2="11845"/>
                          <a14:backgroundMark x1="65859" y1="11845" x2="56797" y2="10599"/>
                          <a14:backgroundMark x1="56797" y1="10599" x2="62187" y2="21072"/>
                          <a14:backgroundMark x1="64531" y1="17207" x2="66172" y2="20698"/>
                          <a14:backgroundMark x1="66016" y1="20449" x2="67500" y2="23192"/>
                          <a14:backgroundMark x1="62422" y1="17207" x2="63047" y2="18579"/>
                          <a14:backgroundMark x1="63047" y1="18579" x2="64219" y2="19077"/>
                          <a14:backgroundMark x1="64219" y1="16209" x2="63906" y2="17207"/>
                          <a14:backgroundMark x1="64219" y1="17706" x2="65391" y2="18080"/>
                        </a14:backgroundRemoval>
                      </a14:imgEffect>
                    </a14:imgLayer>
                  </a14:imgProps>
                </a:ext>
              </a:extLst>
            </a:blip>
            <a:srcRect l="40095" t="5004" r="28239" b="16697"/>
            <a:stretch/>
          </p:blipFill>
          <p:spPr>
            <a:xfrm rot="8160159">
              <a:off x="2317182" y="2105100"/>
              <a:ext cx="1729752" cy="2679855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092588B1-2103-4525-8544-99998EB83C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3242" b="86160" l="29063" r="50703">
                          <a14:foregroundMark x1="34375" y1="3242" x2="33594" y2="25062"/>
                          <a14:foregroundMark x1="33594" y1="25062" x2="48672" y2="31796"/>
                          <a14:foregroundMark x1="48672" y1="31796" x2="52031" y2="42269"/>
                          <a14:foregroundMark x1="52031" y1="42269" x2="49297" y2="66085"/>
                          <a14:foregroundMark x1="49297" y1="66085" x2="52031" y2="89776"/>
                          <a14:foregroundMark x1="52031" y1="89776" x2="39482" y2="88658"/>
                          <a14:foregroundMark x1="33698" y1="85605" x2="30078" y2="79302"/>
                          <a14:foregroundMark x1="29427" y1="75929" x2="28203" y2="69576"/>
                          <a14:foregroundMark x1="28203" y1="69576" x2="28047" y2="14713"/>
                          <a14:foregroundMark x1="28047" y1="14713" x2="33125" y2="4738"/>
                          <a14:foregroundMark x1="33125" y1="4738" x2="34922" y2="3242"/>
                          <a14:backgroundMark x1="29688" y1="77556" x2="36406" y2="85661"/>
                          <a14:backgroundMark x1="36406" y1="85661" x2="44141" y2="82793"/>
                          <a14:backgroundMark x1="44141" y1="82793" x2="34375" y2="88404"/>
                          <a14:backgroundMark x1="34375" y1="88404" x2="30234" y2="79052"/>
                        </a14:backgroundRemoval>
                      </a14:imgEffect>
                    </a14:imgLayer>
                  </a14:imgProps>
                </a:ext>
              </a:extLst>
            </a:blip>
            <a:srcRect l="26425" t="1289" r="46513" b="4359"/>
            <a:stretch/>
          </p:blipFill>
          <p:spPr>
            <a:xfrm>
              <a:off x="2237888" y="-444467"/>
              <a:ext cx="1478259" cy="3229283"/>
            </a:xfrm>
            <a:prstGeom prst="rect">
              <a:avLst/>
            </a:prstGeom>
          </p:spPr>
        </p:pic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E9FA2733-A00B-4980-BB7B-7E3337B99BD5}"/>
              </a:ext>
            </a:extLst>
          </p:cNvPr>
          <p:cNvSpPr txBox="1"/>
          <p:nvPr/>
        </p:nvSpPr>
        <p:spPr>
          <a:xfrm>
            <a:off x="10318136" y="193580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</a:t>
            </a:r>
            <a:endParaRPr lang="en-IL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91361AE-0F21-4916-9EC7-EACEABE656F8}"/>
              </a:ext>
            </a:extLst>
          </p:cNvPr>
          <p:cNvGrpSpPr/>
          <p:nvPr/>
        </p:nvGrpSpPr>
        <p:grpSpPr>
          <a:xfrm>
            <a:off x="9201587" y="2423817"/>
            <a:ext cx="598717" cy="588695"/>
            <a:chOff x="9089569" y="3257879"/>
            <a:chExt cx="598717" cy="588695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5CC969A-E874-4B12-9227-F63F1BEC96D1}"/>
                </a:ext>
              </a:extLst>
            </p:cNvPr>
            <p:cNvSpPr/>
            <p:nvPr/>
          </p:nvSpPr>
          <p:spPr>
            <a:xfrm>
              <a:off x="9089569" y="3265718"/>
              <a:ext cx="598717" cy="58085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FCB84B3-F326-41DF-934D-419280F90B76}"/>
                </a:ext>
              </a:extLst>
            </p:cNvPr>
            <p:cNvSpPr txBox="1"/>
            <p:nvPr/>
          </p:nvSpPr>
          <p:spPr>
            <a:xfrm>
              <a:off x="9152110" y="3257879"/>
              <a:ext cx="44435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/>
                <a:t>G</a:t>
              </a:r>
              <a:endParaRPr lang="en-IL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941866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37DE668-FF1A-45BA-A2E7-B61450F238B4}"/>
              </a:ext>
            </a:extLst>
          </p:cNvPr>
          <p:cNvGrpSpPr/>
          <p:nvPr/>
        </p:nvGrpSpPr>
        <p:grpSpPr>
          <a:xfrm>
            <a:off x="2397302" y="1871324"/>
            <a:ext cx="5954405" cy="1143408"/>
            <a:chOff x="2397302" y="1871324"/>
            <a:chExt cx="5954405" cy="114340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02776A1-D668-490E-AE67-552D26ECA136}"/>
                </a:ext>
              </a:extLst>
            </p:cNvPr>
            <p:cNvSpPr/>
            <p:nvPr/>
          </p:nvSpPr>
          <p:spPr>
            <a:xfrm>
              <a:off x="2397302" y="1871324"/>
              <a:ext cx="5954405" cy="945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421E0FB-B688-4896-AF11-DF78B788DE1B}"/>
                </a:ext>
              </a:extLst>
            </p:cNvPr>
            <p:cNvSpPr/>
            <p:nvPr/>
          </p:nvSpPr>
          <p:spPr>
            <a:xfrm>
              <a:off x="2397302" y="2920139"/>
              <a:ext cx="5954405" cy="9459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744B23B-6871-4A95-838E-0D029DB845B1}"/>
              </a:ext>
            </a:extLst>
          </p:cNvPr>
          <p:cNvGrpSpPr/>
          <p:nvPr/>
        </p:nvGrpSpPr>
        <p:grpSpPr>
          <a:xfrm>
            <a:off x="3306377" y="337628"/>
            <a:ext cx="2626651" cy="6520372"/>
            <a:chOff x="2097687" y="400691"/>
            <a:chExt cx="2626651" cy="6520372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0AE42FA-8462-4AC6-9DF7-542245186D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5213" b="71024" l="35552" r="54090">
                          <a14:backgroundMark x1="38281" y1="13342" x2="34219" y2="21197"/>
                          <a14:backgroundMark x1="34219" y1="21197" x2="33828" y2="31047"/>
                          <a14:backgroundMark x1="33828" y1="31047" x2="38672" y2="50998"/>
                          <a14:backgroundMark x1="38672" y1="50998" x2="37891" y2="61721"/>
                          <a14:backgroundMark x1="37891" y1="61721" x2="40000" y2="72070"/>
                          <a14:backgroundMark x1="40000" y1="72070" x2="47031" y2="80923"/>
                          <a14:backgroundMark x1="47031" y1="80923" x2="53047" y2="78304"/>
                          <a14:backgroundMark x1="53047" y1="78304" x2="56328" y2="67955"/>
                          <a14:backgroundMark x1="56328" y1="67955" x2="50156" y2="47506"/>
                          <a14:backgroundMark x1="50156" y1="47506" x2="52969" y2="36534"/>
                          <a14:backgroundMark x1="52969" y1="36534" x2="53359" y2="24439"/>
                          <a14:backgroundMark x1="53359" y1="24439" x2="47500" y2="11970"/>
                          <a14:backgroundMark x1="47500" y1="11970" x2="40859" y2="8105"/>
                          <a14:backgroundMark x1="40859" y1="8105" x2="37500" y2="13840"/>
                        </a14:backgroundRemoval>
                      </a14:imgEffect>
                    </a14:imgLayer>
                  </a14:imgProps>
                </a:ext>
              </a:extLst>
            </a:blip>
            <a:srcRect l="33235" t="8237" r="43593" b="22000"/>
            <a:stretch/>
          </p:blipFill>
          <p:spPr>
            <a:xfrm>
              <a:off x="2547991" y="400691"/>
              <a:ext cx="1808252" cy="3411021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9E411D5-1D08-47CC-86DD-C68B759CF2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4017" b="62850" l="42017" r="61714">
                          <a14:backgroundMark x1="41563" y1="65835" x2="46406" y2="58978"/>
                          <a14:backgroundMark x1="46406" y1="58978" x2="54922" y2="40399"/>
                          <a14:backgroundMark x1="54922" y1="40399" x2="61484" y2="37905"/>
                          <a14:backgroundMark x1="61484" y1="37905" x2="60781" y2="24439"/>
                          <a14:backgroundMark x1="60781" y1="24439" x2="52969" y2="21571"/>
                          <a14:backgroundMark x1="52969" y1="21571" x2="47344" y2="29676"/>
                          <a14:backgroundMark x1="47344" y1="29676" x2="39375" y2="63716"/>
                          <a14:backgroundMark x1="39375" y1="63716" x2="42500" y2="67332"/>
                        </a14:backgroundRemoval>
                      </a14:imgEffect>
                    </a14:imgLayer>
                  </a14:imgProps>
                </a:ext>
              </a:extLst>
            </a:blip>
            <a:srcRect l="39555" t="19163" r="35824" b="32296"/>
            <a:stretch/>
          </p:blipFill>
          <p:spPr>
            <a:xfrm rot="7716593">
              <a:off x="2323719" y="3096654"/>
              <a:ext cx="1921268" cy="2373332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4E2BED4-E5DD-418A-B235-1F5E9B263C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31348" b="73474" l="47370" r="66710">
                          <a14:backgroundMark x1="52578" y1="34788" x2="46953" y2="40150"/>
                          <a14:backgroundMark x1="46953" y1="40150" x2="47266" y2="51995"/>
                          <a14:backgroundMark x1="47266" y1="51995" x2="44766" y2="63342"/>
                          <a14:backgroundMark x1="44766" y1="63342" x2="44844" y2="73940"/>
                          <a14:backgroundMark x1="44844" y1="73940" x2="51719" y2="76309"/>
                          <a14:backgroundMark x1="51719" y1="76309" x2="65859" y2="67581"/>
                          <a14:backgroundMark x1="65859" y1="67581" x2="62109" y2="56359"/>
                          <a14:backgroundMark x1="62109" y1="56359" x2="62422" y2="33416"/>
                          <a14:backgroundMark x1="62422" y1="33416" x2="56016" y2="28554"/>
                          <a14:backgroundMark x1="56016" y1="28554" x2="52031" y2="34165"/>
                        </a14:backgroundRemoval>
                      </a14:imgEffect>
                    </a14:imgLayer>
                  </a14:imgProps>
                </a:ext>
              </a:extLst>
            </a:blip>
            <a:srcRect l="44953" t="26082" r="30873" b="21260"/>
            <a:stretch/>
          </p:blipFill>
          <p:spPr>
            <a:xfrm>
              <a:off x="2837908" y="4346383"/>
              <a:ext cx="1886430" cy="2574680"/>
            </a:xfrm>
            <a:prstGeom prst="rect">
              <a:avLst/>
            </a:prstGeom>
          </p:spPr>
        </p:pic>
      </p:grpSp>
      <p:pic>
        <p:nvPicPr>
          <p:cNvPr id="1026" name="Picture 2" descr="38,496 Scissors Icon Illustrations &amp; Clip Art - iStock">
            <a:extLst>
              <a:ext uri="{FF2B5EF4-FFF2-40B4-BE49-F238E27FC236}">
                <a16:creationId xmlns:a16="http://schemas.microsoft.com/office/drawing/2014/main" id="{AEF74C44-1939-4E38-8613-4A36C05B60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34" t="32105" r="23315" b="31424"/>
          <a:stretch/>
        </p:blipFill>
        <p:spPr bwMode="auto">
          <a:xfrm>
            <a:off x="3582685" y="3848909"/>
            <a:ext cx="909796" cy="618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E6BEF8E3-DF7A-40A4-9544-1422C6E27868}"/>
              </a:ext>
            </a:extLst>
          </p:cNvPr>
          <p:cNvSpPr txBox="1"/>
          <p:nvPr/>
        </p:nvSpPr>
        <p:spPr>
          <a:xfrm>
            <a:off x="6366201" y="2247644"/>
            <a:ext cx="162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Cell Membrane</a:t>
            </a:r>
            <a:endParaRPr lang="en-IL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EB552C-2CB0-4533-9085-D6F1FFE6B6D8}"/>
              </a:ext>
            </a:extLst>
          </p:cNvPr>
          <p:cNvSpPr txBox="1"/>
          <p:nvPr/>
        </p:nvSpPr>
        <p:spPr>
          <a:xfrm>
            <a:off x="6366201" y="1345052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</a:t>
            </a:r>
            <a:endParaRPr lang="en-IL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A9BD0D-90B1-493C-B34F-D4421A4B4959}"/>
              </a:ext>
            </a:extLst>
          </p:cNvPr>
          <p:cNvSpPr txBox="1"/>
          <p:nvPr/>
        </p:nvSpPr>
        <p:spPr>
          <a:xfrm>
            <a:off x="6366201" y="307468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</a:t>
            </a:r>
            <a:endParaRPr lang="en-IL" dirty="0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16577B31-1DB3-46D0-AC4D-D42436175CF2}"/>
              </a:ext>
            </a:extLst>
          </p:cNvPr>
          <p:cNvSpPr/>
          <p:nvPr/>
        </p:nvSpPr>
        <p:spPr>
          <a:xfrm rot="10800000">
            <a:off x="4503947" y="1030955"/>
            <a:ext cx="375498" cy="323464"/>
          </a:xfrm>
          <a:prstGeom prst="triangle">
            <a:avLst/>
          </a:prstGeom>
          <a:solidFill>
            <a:srgbClr val="F018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1FA8655-7B56-44EF-ADC1-0C39C2E156E0}"/>
              </a:ext>
            </a:extLst>
          </p:cNvPr>
          <p:cNvGrpSpPr/>
          <p:nvPr/>
        </p:nvGrpSpPr>
        <p:grpSpPr>
          <a:xfrm>
            <a:off x="4806960" y="3454301"/>
            <a:ext cx="598717" cy="588695"/>
            <a:chOff x="9089569" y="3257879"/>
            <a:chExt cx="598717" cy="588695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8A493A6B-8980-425C-85EA-3375BEA80EBE}"/>
                </a:ext>
              </a:extLst>
            </p:cNvPr>
            <p:cNvSpPr/>
            <p:nvPr/>
          </p:nvSpPr>
          <p:spPr>
            <a:xfrm>
              <a:off x="9089569" y="3265718"/>
              <a:ext cx="598717" cy="58085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3372800-9CCA-42CC-9026-4713FF201081}"/>
                </a:ext>
              </a:extLst>
            </p:cNvPr>
            <p:cNvSpPr txBox="1"/>
            <p:nvPr/>
          </p:nvSpPr>
          <p:spPr>
            <a:xfrm>
              <a:off x="9152110" y="3257879"/>
              <a:ext cx="44435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/>
                <a:t>G</a:t>
              </a:r>
              <a:endParaRPr lang="en-IL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88734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A3A95C2-EC6F-4C55-B27C-1D0988D3F3C8}"/>
              </a:ext>
            </a:extLst>
          </p:cNvPr>
          <p:cNvSpPr/>
          <p:nvPr/>
        </p:nvSpPr>
        <p:spPr>
          <a:xfrm>
            <a:off x="2848447" y="4063281"/>
            <a:ext cx="4232976" cy="2691279"/>
          </a:xfrm>
          <a:custGeom>
            <a:avLst/>
            <a:gdLst>
              <a:gd name="connsiteX0" fmla="*/ 0 w 5197738"/>
              <a:gd name="connsiteY0" fmla="*/ 2532789 h 5065578"/>
              <a:gd name="connsiteX1" fmla="*/ 2598869 w 5197738"/>
              <a:gd name="connsiteY1" fmla="*/ 0 h 5065578"/>
              <a:gd name="connsiteX2" fmla="*/ 5197738 w 5197738"/>
              <a:gd name="connsiteY2" fmla="*/ 2532789 h 5065578"/>
              <a:gd name="connsiteX3" fmla="*/ 2598869 w 5197738"/>
              <a:gd name="connsiteY3" fmla="*/ 5065578 h 5065578"/>
              <a:gd name="connsiteX4" fmla="*/ 0 w 5197738"/>
              <a:gd name="connsiteY4" fmla="*/ 2532789 h 5065578"/>
              <a:gd name="connsiteX0" fmla="*/ 0 w 4892938"/>
              <a:gd name="connsiteY0" fmla="*/ 2578239 h 5126272"/>
              <a:gd name="connsiteX1" fmla="*/ 2598869 w 4892938"/>
              <a:gd name="connsiteY1" fmla="*/ 45450 h 5126272"/>
              <a:gd name="connsiteX2" fmla="*/ 4892938 w 4892938"/>
              <a:gd name="connsiteY2" fmla="*/ 1548225 h 5126272"/>
              <a:gd name="connsiteX3" fmla="*/ 2598869 w 4892938"/>
              <a:gd name="connsiteY3" fmla="*/ 5111028 h 5126272"/>
              <a:gd name="connsiteX4" fmla="*/ 0 w 4892938"/>
              <a:gd name="connsiteY4" fmla="*/ 2578239 h 5126272"/>
              <a:gd name="connsiteX0" fmla="*/ 0 w 4377932"/>
              <a:gd name="connsiteY0" fmla="*/ 1892274 h 5078274"/>
              <a:gd name="connsiteX1" fmla="*/ 2083863 w 4377932"/>
              <a:gd name="connsiteY1" fmla="*/ 11126 h 5078274"/>
              <a:gd name="connsiteX2" fmla="*/ 4377932 w 4377932"/>
              <a:gd name="connsiteY2" fmla="*/ 1513901 h 5078274"/>
              <a:gd name="connsiteX3" fmla="*/ 2083863 w 4377932"/>
              <a:gd name="connsiteY3" fmla="*/ 5076704 h 5078274"/>
              <a:gd name="connsiteX4" fmla="*/ 0 w 4377932"/>
              <a:gd name="connsiteY4" fmla="*/ 1892274 h 5078274"/>
              <a:gd name="connsiteX0" fmla="*/ 1007 w 4378939"/>
              <a:gd name="connsiteY0" fmla="*/ 1892274 h 2828533"/>
              <a:gd name="connsiteX1" fmla="*/ 2084870 w 4378939"/>
              <a:gd name="connsiteY1" fmla="*/ 11126 h 2828533"/>
              <a:gd name="connsiteX2" fmla="*/ 4378939 w 4378939"/>
              <a:gd name="connsiteY2" fmla="*/ 1513901 h 2828533"/>
              <a:gd name="connsiteX3" fmla="*/ 1845384 w 4378939"/>
              <a:gd name="connsiteY3" fmla="*/ 2823361 h 2828533"/>
              <a:gd name="connsiteX4" fmla="*/ 1007 w 4378939"/>
              <a:gd name="connsiteY4" fmla="*/ 1892274 h 2828533"/>
              <a:gd name="connsiteX0" fmla="*/ 14966 w 4392898"/>
              <a:gd name="connsiteY0" fmla="*/ 1931282 h 2867541"/>
              <a:gd name="connsiteX1" fmla="*/ 1046480 w 4392898"/>
              <a:gd name="connsiteY1" fmla="*/ 503374 h 2867541"/>
              <a:gd name="connsiteX2" fmla="*/ 2098829 w 4392898"/>
              <a:gd name="connsiteY2" fmla="*/ 50134 h 2867541"/>
              <a:gd name="connsiteX3" fmla="*/ 4392898 w 4392898"/>
              <a:gd name="connsiteY3" fmla="*/ 1552909 h 2867541"/>
              <a:gd name="connsiteX4" fmla="*/ 1859343 w 4392898"/>
              <a:gd name="connsiteY4" fmla="*/ 2862369 h 2867541"/>
              <a:gd name="connsiteX5" fmla="*/ 14966 w 4392898"/>
              <a:gd name="connsiteY5" fmla="*/ 1931282 h 2867541"/>
              <a:gd name="connsiteX0" fmla="*/ 87889 w 4465821"/>
              <a:gd name="connsiteY0" fmla="*/ 1904150 h 2839578"/>
              <a:gd name="connsiteX1" fmla="*/ 488032 w 4465821"/>
              <a:gd name="connsiteY1" fmla="*/ 704842 h 2839578"/>
              <a:gd name="connsiteX2" fmla="*/ 2171752 w 4465821"/>
              <a:gd name="connsiteY2" fmla="*/ 23002 h 2839578"/>
              <a:gd name="connsiteX3" fmla="*/ 4465821 w 4465821"/>
              <a:gd name="connsiteY3" fmla="*/ 1525777 h 2839578"/>
              <a:gd name="connsiteX4" fmla="*/ 1932266 w 4465821"/>
              <a:gd name="connsiteY4" fmla="*/ 2835237 h 2839578"/>
              <a:gd name="connsiteX5" fmla="*/ 87889 w 4465821"/>
              <a:gd name="connsiteY5" fmla="*/ 1904150 h 2839578"/>
              <a:gd name="connsiteX0" fmla="*/ 87889 w 4552420"/>
              <a:gd name="connsiteY0" fmla="*/ 1888998 h 2824426"/>
              <a:gd name="connsiteX1" fmla="*/ 488032 w 4552420"/>
              <a:gd name="connsiteY1" fmla="*/ 689690 h 2824426"/>
              <a:gd name="connsiteX2" fmla="*/ 2171752 w 4552420"/>
              <a:gd name="connsiteY2" fmla="*/ 7850 h 2824426"/>
              <a:gd name="connsiteX3" fmla="*/ 3797290 w 4552420"/>
              <a:gd name="connsiteY3" fmla="*/ 395776 h 2824426"/>
              <a:gd name="connsiteX4" fmla="*/ 4465821 w 4552420"/>
              <a:gd name="connsiteY4" fmla="*/ 1510625 h 2824426"/>
              <a:gd name="connsiteX5" fmla="*/ 1932266 w 4552420"/>
              <a:gd name="connsiteY5" fmla="*/ 2820085 h 2824426"/>
              <a:gd name="connsiteX6" fmla="*/ 87889 w 4552420"/>
              <a:gd name="connsiteY6" fmla="*/ 1888998 h 2824426"/>
              <a:gd name="connsiteX0" fmla="*/ 87889 w 4545462"/>
              <a:gd name="connsiteY0" fmla="*/ 1903969 h 2839397"/>
              <a:gd name="connsiteX1" fmla="*/ 488032 w 4545462"/>
              <a:gd name="connsiteY1" fmla="*/ 704661 h 2839397"/>
              <a:gd name="connsiteX2" fmla="*/ 2171752 w 4545462"/>
              <a:gd name="connsiteY2" fmla="*/ 22821 h 2839397"/>
              <a:gd name="connsiteX3" fmla="*/ 3721090 w 4545462"/>
              <a:gd name="connsiteY3" fmla="*/ 291004 h 2839397"/>
              <a:gd name="connsiteX4" fmla="*/ 4465821 w 4545462"/>
              <a:gd name="connsiteY4" fmla="*/ 1525596 h 2839397"/>
              <a:gd name="connsiteX5" fmla="*/ 1932266 w 4545462"/>
              <a:gd name="connsiteY5" fmla="*/ 2835056 h 2839397"/>
              <a:gd name="connsiteX6" fmla="*/ 87889 w 4545462"/>
              <a:gd name="connsiteY6" fmla="*/ 1903969 h 2839397"/>
              <a:gd name="connsiteX0" fmla="*/ 87889 w 4676550"/>
              <a:gd name="connsiteY0" fmla="*/ 1903969 h 2836286"/>
              <a:gd name="connsiteX1" fmla="*/ 488032 w 4676550"/>
              <a:gd name="connsiteY1" fmla="*/ 704661 h 2836286"/>
              <a:gd name="connsiteX2" fmla="*/ 2171752 w 4676550"/>
              <a:gd name="connsiteY2" fmla="*/ 22821 h 2836286"/>
              <a:gd name="connsiteX3" fmla="*/ 3721090 w 4676550"/>
              <a:gd name="connsiteY3" fmla="*/ 291004 h 2836286"/>
              <a:gd name="connsiteX4" fmla="*/ 4607335 w 4676550"/>
              <a:gd name="connsiteY4" fmla="*/ 1710653 h 2836286"/>
              <a:gd name="connsiteX5" fmla="*/ 1932266 w 4676550"/>
              <a:gd name="connsiteY5" fmla="*/ 2835056 h 2836286"/>
              <a:gd name="connsiteX6" fmla="*/ 87889 w 4676550"/>
              <a:gd name="connsiteY6" fmla="*/ 1903969 h 2836286"/>
              <a:gd name="connsiteX0" fmla="*/ 87889 w 4607989"/>
              <a:gd name="connsiteY0" fmla="*/ 1903969 h 2844026"/>
              <a:gd name="connsiteX1" fmla="*/ 488032 w 4607989"/>
              <a:gd name="connsiteY1" fmla="*/ 704661 h 2844026"/>
              <a:gd name="connsiteX2" fmla="*/ 2171752 w 4607989"/>
              <a:gd name="connsiteY2" fmla="*/ 22821 h 2844026"/>
              <a:gd name="connsiteX3" fmla="*/ 3721090 w 4607989"/>
              <a:gd name="connsiteY3" fmla="*/ 291004 h 2844026"/>
              <a:gd name="connsiteX4" fmla="*/ 4607335 w 4607989"/>
              <a:gd name="connsiteY4" fmla="*/ 1710653 h 2844026"/>
              <a:gd name="connsiteX5" fmla="*/ 3590460 w 4607989"/>
              <a:gd name="connsiteY5" fmla="*/ 2337519 h 2844026"/>
              <a:gd name="connsiteX6" fmla="*/ 1932266 w 4607989"/>
              <a:gd name="connsiteY6" fmla="*/ 2835056 h 2844026"/>
              <a:gd name="connsiteX7" fmla="*/ 87889 w 4607989"/>
              <a:gd name="connsiteY7" fmla="*/ 1903969 h 2844026"/>
              <a:gd name="connsiteX0" fmla="*/ 87889 w 4607989"/>
              <a:gd name="connsiteY0" fmla="*/ 1903969 h 2845997"/>
              <a:gd name="connsiteX1" fmla="*/ 488032 w 4607989"/>
              <a:gd name="connsiteY1" fmla="*/ 704661 h 2845997"/>
              <a:gd name="connsiteX2" fmla="*/ 2171752 w 4607989"/>
              <a:gd name="connsiteY2" fmla="*/ 22821 h 2845997"/>
              <a:gd name="connsiteX3" fmla="*/ 3721090 w 4607989"/>
              <a:gd name="connsiteY3" fmla="*/ 291004 h 2845997"/>
              <a:gd name="connsiteX4" fmla="*/ 4607335 w 4607989"/>
              <a:gd name="connsiteY4" fmla="*/ 1710653 h 2845997"/>
              <a:gd name="connsiteX5" fmla="*/ 3927917 w 4607989"/>
              <a:gd name="connsiteY5" fmla="*/ 2370176 h 2845997"/>
              <a:gd name="connsiteX6" fmla="*/ 1932266 w 4607989"/>
              <a:gd name="connsiteY6" fmla="*/ 2835056 h 2845997"/>
              <a:gd name="connsiteX7" fmla="*/ 87889 w 4607989"/>
              <a:gd name="connsiteY7" fmla="*/ 1903969 h 2845997"/>
              <a:gd name="connsiteX0" fmla="*/ 75627 w 4595727"/>
              <a:gd name="connsiteY0" fmla="*/ 1903969 h 2679351"/>
              <a:gd name="connsiteX1" fmla="*/ 475770 w 4595727"/>
              <a:gd name="connsiteY1" fmla="*/ 704661 h 2679351"/>
              <a:gd name="connsiteX2" fmla="*/ 2159490 w 4595727"/>
              <a:gd name="connsiteY2" fmla="*/ 22821 h 2679351"/>
              <a:gd name="connsiteX3" fmla="*/ 3708828 w 4595727"/>
              <a:gd name="connsiteY3" fmla="*/ 291004 h 2679351"/>
              <a:gd name="connsiteX4" fmla="*/ 4595073 w 4595727"/>
              <a:gd name="connsiteY4" fmla="*/ 1710653 h 2679351"/>
              <a:gd name="connsiteX5" fmla="*/ 3915655 w 4595727"/>
              <a:gd name="connsiteY5" fmla="*/ 2370176 h 2679351"/>
              <a:gd name="connsiteX6" fmla="*/ 1745833 w 4595727"/>
              <a:gd name="connsiteY6" fmla="*/ 2660884 h 2679351"/>
              <a:gd name="connsiteX7" fmla="*/ 75627 w 4595727"/>
              <a:gd name="connsiteY7" fmla="*/ 1903969 h 2679351"/>
              <a:gd name="connsiteX0" fmla="*/ 104209 w 4482795"/>
              <a:gd name="connsiteY0" fmla="*/ 1947512 h 2676898"/>
              <a:gd name="connsiteX1" fmla="*/ 362838 w 4482795"/>
              <a:gd name="connsiteY1" fmla="*/ 704661 h 2676898"/>
              <a:gd name="connsiteX2" fmla="*/ 2046558 w 4482795"/>
              <a:gd name="connsiteY2" fmla="*/ 22821 h 2676898"/>
              <a:gd name="connsiteX3" fmla="*/ 3595896 w 4482795"/>
              <a:gd name="connsiteY3" fmla="*/ 291004 h 2676898"/>
              <a:gd name="connsiteX4" fmla="*/ 4482141 w 4482795"/>
              <a:gd name="connsiteY4" fmla="*/ 1710653 h 2676898"/>
              <a:gd name="connsiteX5" fmla="*/ 3802723 w 4482795"/>
              <a:gd name="connsiteY5" fmla="*/ 2370176 h 2676898"/>
              <a:gd name="connsiteX6" fmla="*/ 1632901 w 4482795"/>
              <a:gd name="connsiteY6" fmla="*/ 2660884 h 2676898"/>
              <a:gd name="connsiteX7" fmla="*/ 104209 w 4482795"/>
              <a:gd name="connsiteY7" fmla="*/ 1947512 h 2676898"/>
              <a:gd name="connsiteX0" fmla="*/ 104209 w 4167996"/>
              <a:gd name="connsiteY0" fmla="*/ 1947512 h 2676898"/>
              <a:gd name="connsiteX1" fmla="*/ 362838 w 4167996"/>
              <a:gd name="connsiteY1" fmla="*/ 704661 h 2676898"/>
              <a:gd name="connsiteX2" fmla="*/ 2046558 w 4167996"/>
              <a:gd name="connsiteY2" fmla="*/ 22821 h 2676898"/>
              <a:gd name="connsiteX3" fmla="*/ 3595896 w 4167996"/>
              <a:gd name="connsiteY3" fmla="*/ 291004 h 2676898"/>
              <a:gd name="connsiteX4" fmla="*/ 4166456 w 4167996"/>
              <a:gd name="connsiteY4" fmla="*/ 1754196 h 2676898"/>
              <a:gd name="connsiteX5" fmla="*/ 3802723 w 4167996"/>
              <a:gd name="connsiteY5" fmla="*/ 2370176 h 2676898"/>
              <a:gd name="connsiteX6" fmla="*/ 1632901 w 4167996"/>
              <a:gd name="connsiteY6" fmla="*/ 2660884 h 2676898"/>
              <a:gd name="connsiteX7" fmla="*/ 104209 w 4167996"/>
              <a:gd name="connsiteY7" fmla="*/ 1947512 h 2676898"/>
              <a:gd name="connsiteX0" fmla="*/ 104209 w 4167996"/>
              <a:gd name="connsiteY0" fmla="*/ 1947512 h 2691279"/>
              <a:gd name="connsiteX1" fmla="*/ 362838 w 4167996"/>
              <a:gd name="connsiteY1" fmla="*/ 704661 h 2691279"/>
              <a:gd name="connsiteX2" fmla="*/ 2046558 w 4167996"/>
              <a:gd name="connsiteY2" fmla="*/ 22821 h 2691279"/>
              <a:gd name="connsiteX3" fmla="*/ 3595896 w 4167996"/>
              <a:gd name="connsiteY3" fmla="*/ 291004 h 2691279"/>
              <a:gd name="connsiteX4" fmla="*/ 4166456 w 4167996"/>
              <a:gd name="connsiteY4" fmla="*/ 1754196 h 2691279"/>
              <a:gd name="connsiteX5" fmla="*/ 3682980 w 4167996"/>
              <a:gd name="connsiteY5" fmla="*/ 2457262 h 2691279"/>
              <a:gd name="connsiteX6" fmla="*/ 1632901 w 4167996"/>
              <a:gd name="connsiteY6" fmla="*/ 2660884 h 2691279"/>
              <a:gd name="connsiteX7" fmla="*/ 104209 w 4167996"/>
              <a:gd name="connsiteY7" fmla="*/ 1947512 h 2691279"/>
              <a:gd name="connsiteX0" fmla="*/ 104209 w 4232976"/>
              <a:gd name="connsiteY0" fmla="*/ 1947512 h 2691279"/>
              <a:gd name="connsiteX1" fmla="*/ 362838 w 4232976"/>
              <a:gd name="connsiteY1" fmla="*/ 704661 h 2691279"/>
              <a:gd name="connsiteX2" fmla="*/ 2046558 w 4232976"/>
              <a:gd name="connsiteY2" fmla="*/ 22821 h 2691279"/>
              <a:gd name="connsiteX3" fmla="*/ 3595896 w 4232976"/>
              <a:gd name="connsiteY3" fmla="*/ 291004 h 2691279"/>
              <a:gd name="connsiteX4" fmla="*/ 4231770 w 4232976"/>
              <a:gd name="connsiteY4" fmla="*/ 1503825 h 2691279"/>
              <a:gd name="connsiteX5" fmla="*/ 3682980 w 4232976"/>
              <a:gd name="connsiteY5" fmla="*/ 2457262 h 2691279"/>
              <a:gd name="connsiteX6" fmla="*/ 1632901 w 4232976"/>
              <a:gd name="connsiteY6" fmla="*/ 2660884 h 2691279"/>
              <a:gd name="connsiteX7" fmla="*/ 104209 w 4232976"/>
              <a:gd name="connsiteY7" fmla="*/ 1947512 h 2691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32976" h="2691279">
                <a:moveTo>
                  <a:pt x="104209" y="1947512"/>
                </a:moveTo>
                <a:cubicBezTo>
                  <a:pt x="-107468" y="1621475"/>
                  <a:pt x="15527" y="1018186"/>
                  <a:pt x="362838" y="704661"/>
                </a:cubicBezTo>
                <a:cubicBezTo>
                  <a:pt x="710149" y="391136"/>
                  <a:pt x="1507715" y="91764"/>
                  <a:pt x="2046558" y="22821"/>
                </a:cubicBezTo>
                <a:cubicBezTo>
                  <a:pt x="2585401" y="-46122"/>
                  <a:pt x="3213551" y="40542"/>
                  <a:pt x="3595896" y="291004"/>
                </a:cubicBezTo>
                <a:cubicBezTo>
                  <a:pt x="3978241" y="541466"/>
                  <a:pt x="4253542" y="1162739"/>
                  <a:pt x="4231770" y="1503825"/>
                </a:cubicBezTo>
                <a:cubicBezTo>
                  <a:pt x="4209998" y="1844911"/>
                  <a:pt x="4128825" y="2269861"/>
                  <a:pt x="3682980" y="2457262"/>
                </a:cubicBezTo>
                <a:cubicBezTo>
                  <a:pt x="3237135" y="2644663"/>
                  <a:pt x="2229363" y="2745842"/>
                  <a:pt x="1632901" y="2660884"/>
                </a:cubicBezTo>
                <a:cubicBezTo>
                  <a:pt x="1036439" y="2575926"/>
                  <a:pt x="315886" y="2273549"/>
                  <a:pt x="104209" y="1947512"/>
                </a:cubicBezTo>
                <a:close/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B002A7E-C1A4-49FF-BE50-5DBBCC8C99CC}"/>
              </a:ext>
            </a:extLst>
          </p:cNvPr>
          <p:cNvSpPr/>
          <p:nvPr/>
        </p:nvSpPr>
        <p:spPr>
          <a:xfrm>
            <a:off x="3684554" y="5076669"/>
            <a:ext cx="2772926" cy="1313732"/>
          </a:xfrm>
          <a:custGeom>
            <a:avLst/>
            <a:gdLst>
              <a:gd name="connsiteX0" fmla="*/ 0 w 3053452"/>
              <a:gd name="connsiteY0" fmla="*/ 1491150 h 2982299"/>
              <a:gd name="connsiteX1" fmla="*/ 1526726 w 3053452"/>
              <a:gd name="connsiteY1" fmla="*/ 0 h 2982299"/>
              <a:gd name="connsiteX2" fmla="*/ 3053452 w 3053452"/>
              <a:gd name="connsiteY2" fmla="*/ 1491150 h 2982299"/>
              <a:gd name="connsiteX3" fmla="*/ 1526726 w 3053452"/>
              <a:gd name="connsiteY3" fmla="*/ 2982300 h 2982299"/>
              <a:gd name="connsiteX4" fmla="*/ 0 w 3053452"/>
              <a:gd name="connsiteY4" fmla="*/ 1491150 h 2982299"/>
              <a:gd name="connsiteX0" fmla="*/ 1515 w 3054967"/>
              <a:gd name="connsiteY0" fmla="*/ 1491150 h 1913137"/>
              <a:gd name="connsiteX1" fmla="*/ 1528241 w 3054967"/>
              <a:gd name="connsiteY1" fmla="*/ 0 h 1913137"/>
              <a:gd name="connsiteX2" fmla="*/ 3054967 w 3054967"/>
              <a:gd name="connsiteY2" fmla="*/ 1491150 h 1913137"/>
              <a:gd name="connsiteX3" fmla="*/ 1328544 w 3054967"/>
              <a:gd name="connsiteY3" fmla="*/ 1679017 h 1913137"/>
              <a:gd name="connsiteX4" fmla="*/ 1515 w 3054967"/>
              <a:gd name="connsiteY4" fmla="*/ 1491150 h 1913137"/>
              <a:gd name="connsiteX0" fmla="*/ 926 w 2928254"/>
              <a:gd name="connsiteY0" fmla="*/ 1519817 h 1767526"/>
              <a:gd name="connsiteX1" fmla="*/ 1527652 w 2928254"/>
              <a:gd name="connsiteY1" fmla="*/ 28667 h 1767526"/>
              <a:gd name="connsiteX2" fmla="*/ 2928254 w 2928254"/>
              <a:gd name="connsiteY2" fmla="*/ 899707 h 1767526"/>
              <a:gd name="connsiteX3" fmla="*/ 1327955 w 2928254"/>
              <a:gd name="connsiteY3" fmla="*/ 1707684 h 1767526"/>
              <a:gd name="connsiteX4" fmla="*/ 926 w 2928254"/>
              <a:gd name="connsiteY4" fmla="*/ 1519817 h 1767526"/>
              <a:gd name="connsiteX0" fmla="*/ 935 w 2917752"/>
              <a:gd name="connsiteY0" fmla="*/ 601664 h 1696065"/>
              <a:gd name="connsiteX1" fmla="*/ 1517150 w 2917752"/>
              <a:gd name="connsiteY1" fmla="*/ 3894 h 1696065"/>
              <a:gd name="connsiteX2" fmla="*/ 2917752 w 2917752"/>
              <a:gd name="connsiteY2" fmla="*/ 874934 h 1696065"/>
              <a:gd name="connsiteX3" fmla="*/ 1317453 w 2917752"/>
              <a:gd name="connsiteY3" fmla="*/ 1682911 h 1696065"/>
              <a:gd name="connsiteX4" fmla="*/ 935 w 2917752"/>
              <a:gd name="connsiteY4" fmla="*/ 601664 h 1696065"/>
              <a:gd name="connsiteX0" fmla="*/ 41252 w 2958069"/>
              <a:gd name="connsiteY0" fmla="*/ 601664 h 1689459"/>
              <a:gd name="connsiteX1" fmla="*/ 1557467 w 2958069"/>
              <a:gd name="connsiteY1" fmla="*/ 3894 h 1689459"/>
              <a:gd name="connsiteX2" fmla="*/ 2958069 w 2958069"/>
              <a:gd name="connsiteY2" fmla="*/ 874934 h 1689459"/>
              <a:gd name="connsiteX3" fmla="*/ 1357770 w 2958069"/>
              <a:gd name="connsiteY3" fmla="*/ 1682911 h 1689459"/>
              <a:gd name="connsiteX4" fmla="*/ 509159 w 2958069"/>
              <a:gd name="connsiteY4" fmla="*/ 1221678 h 1689459"/>
              <a:gd name="connsiteX5" fmla="*/ 41252 w 2958069"/>
              <a:gd name="connsiteY5" fmla="*/ 601664 h 1689459"/>
              <a:gd name="connsiteX0" fmla="*/ 87575 w 3004392"/>
              <a:gd name="connsiteY0" fmla="*/ 601278 h 1706052"/>
              <a:gd name="connsiteX1" fmla="*/ 1603790 w 3004392"/>
              <a:gd name="connsiteY1" fmla="*/ 3508 h 1706052"/>
              <a:gd name="connsiteX2" fmla="*/ 3004392 w 3004392"/>
              <a:gd name="connsiteY2" fmla="*/ 874548 h 1706052"/>
              <a:gd name="connsiteX3" fmla="*/ 1404093 w 3004392"/>
              <a:gd name="connsiteY3" fmla="*/ 1682525 h 1706052"/>
              <a:gd name="connsiteX4" fmla="*/ 313744 w 3004392"/>
              <a:gd name="connsiteY4" fmla="*/ 1410478 h 1706052"/>
              <a:gd name="connsiteX5" fmla="*/ 87575 w 3004392"/>
              <a:gd name="connsiteY5" fmla="*/ 601278 h 1706052"/>
              <a:gd name="connsiteX0" fmla="*/ 87575 w 3004392"/>
              <a:gd name="connsiteY0" fmla="*/ 601278 h 1700629"/>
              <a:gd name="connsiteX1" fmla="*/ 1603790 w 3004392"/>
              <a:gd name="connsiteY1" fmla="*/ 3508 h 1700629"/>
              <a:gd name="connsiteX2" fmla="*/ 3004392 w 3004392"/>
              <a:gd name="connsiteY2" fmla="*/ 874548 h 1700629"/>
              <a:gd name="connsiteX3" fmla="*/ 1404093 w 3004392"/>
              <a:gd name="connsiteY3" fmla="*/ 1682525 h 1700629"/>
              <a:gd name="connsiteX4" fmla="*/ 313744 w 3004392"/>
              <a:gd name="connsiteY4" fmla="*/ 1410478 h 1700629"/>
              <a:gd name="connsiteX5" fmla="*/ 87575 w 3004392"/>
              <a:gd name="connsiteY5" fmla="*/ 601278 h 1700629"/>
              <a:gd name="connsiteX0" fmla="*/ 117396 w 2918599"/>
              <a:gd name="connsiteY0" fmla="*/ 520592 h 1704026"/>
              <a:gd name="connsiteX1" fmla="*/ 1517997 w 2918599"/>
              <a:gd name="connsiteY1" fmla="*/ 6905 h 1704026"/>
              <a:gd name="connsiteX2" fmla="*/ 2918599 w 2918599"/>
              <a:gd name="connsiteY2" fmla="*/ 877945 h 1704026"/>
              <a:gd name="connsiteX3" fmla="*/ 1318300 w 2918599"/>
              <a:gd name="connsiteY3" fmla="*/ 1685922 h 1704026"/>
              <a:gd name="connsiteX4" fmla="*/ 227951 w 2918599"/>
              <a:gd name="connsiteY4" fmla="*/ 1413875 h 1704026"/>
              <a:gd name="connsiteX5" fmla="*/ 117396 w 2918599"/>
              <a:gd name="connsiteY5" fmla="*/ 520592 h 1704026"/>
              <a:gd name="connsiteX0" fmla="*/ 233823 w 2806426"/>
              <a:gd name="connsiteY0" fmla="*/ 324516 h 1725664"/>
              <a:gd name="connsiteX1" fmla="*/ 1405824 w 2806426"/>
              <a:gd name="connsiteY1" fmla="*/ 28543 h 1725664"/>
              <a:gd name="connsiteX2" fmla="*/ 2806426 w 2806426"/>
              <a:gd name="connsiteY2" fmla="*/ 899583 h 1725664"/>
              <a:gd name="connsiteX3" fmla="*/ 1206127 w 2806426"/>
              <a:gd name="connsiteY3" fmla="*/ 1707560 h 1725664"/>
              <a:gd name="connsiteX4" fmla="*/ 115778 w 2806426"/>
              <a:gd name="connsiteY4" fmla="*/ 1435513 h 1725664"/>
              <a:gd name="connsiteX5" fmla="*/ 233823 w 2806426"/>
              <a:gd name="connsiteY5" fmla="*/ 324516 h 1725664"/>
              <a:gd name="connsiteX0" fmla="*/ 92179 w 2664782"/>
              <a:gd name="connsiteY0" fmla="*/ 322326 h 1712908"/>
              <a:gd name="connsiteX1" fmla="*/ 1264180 w 2664782"/>
              <a:gd name="connsiteY1" fmla="*/ 26353 h 1712908"/>
              <a:gd name="connsiteX2" fmla="*/ 2664782 w 2664782"/>
              <a:gd name="connsiteY2" fmla="*/ 897393 h 1712908"/>
              <a:gd name="connsiteX3" fmla="*/ 1064483 w 2664782"/>
              <a:gd name="connsiteY3" fmla="*/ 1705370 h 1712908"/>
              <a:gd name="connsiteX4" fmla="*/ 224506 w 2664782"/>
              <a:gd name="connsiteY4" fmla="*/ 1291808 h 1712908"/>
              <a:gd name="connsiteX5" fmla="*/ 92179 w 2664782"/>
              <a:gd name="connsiteY5" fmla="*/ 322326 h 1712908"/>
              <a:gd name="connsiteX0" fmla="*/ 92179 w 2664782"/>
              <a:gd name="connsiteY0" fmla="*/ 322326 h 1390006"/>
              <a:gd name="connsiteX1" fmla="*/ 1264180 w 2664782"/>
              <a:gd name="connsiteY1" fmla="*/ 26353 h 1390006"/>
              <a:gd name="connsiteX2" fmla="*/ 2664782 w 2664782"/>
              <a:gd name="connsiteY2" fmla="*/ 897393 h 1390006"/>
              <a:gd name="connsiteX3" fmla="*/ 1663197 w 2664782"/>
              <a:gd name="connsiteY3" fmla="*/ 1313484 h 1390006"/>
              <a:gd name="connsiteX4" fmla="*/ 224506 w 2664782"/>
              <a:gd name="connsiteY4" fmla="*/ 1291808 h 1390006"/>
              <a:gd name="connsiteX5" fmla="*/ 92179 w 2664782"/>
              <a:gd name="connsiteY5" fmla="*/ 322326 h 1390006"/>
              <a:gd name="connsiteX0" fmla="*/ 92179 w 2980467"/>
              <a:gd name="connsiteY0" fmla="*/ 323762 h 1387107"/>
              <a:gd name="connsiteX1" fmla="*/ 1264180 w 2980467"/>
              <a:gd name="connsiteY1" fmla="*/ 27789 h 1387107"/>
              <a:gd name="connsiteX2" fmla="*/ 2980467 w 2980467"/>
              <a:gd name="connsiteY2" fmla="*/ 572258 h 1387107"/>
              <a:gd name="connsiteX3" fmla="*/ 1663197 w 2980467"/>
              <a:gd name="connsiteY3" fmla="*/ 1314920 h 1387107"/>
              <a:gd name="connsiteX4" fmla="*/ 224506 w 2980467"/>
              <a:gd name="connsiteY4" fmla="*/ 1293244 h 1387107"/>
              <a:gd name="connsiteX5" fmla="*/ 92179 w 2980467"/>
              <a:gd name="connsiteY5" fmla="*/ 323762 h 1387107"/>
              <a:gd name="connsiteX0" fmla="*/ 80581 w 2968869"/>
              <a:gd name="connsiteY0" fmla="*/ 323762 h 1335859"/>
              <a:gd name="connsiteX1" fmla="*/ 1252582 w 2968869"/>
              <a:gd name="connsiteY1" fmla="*/ 27789 h 1335859"/>
              <a:gd name="connsiteX2" fmla="*/ 2968869 w 2968869"/>
              <a:gd name="connsiteY2" fmla="*/ 572258 h 1335859"/>
              <a:gd name="connsiteX3" fmla="*/ 1651599 w 2968869"/>
              <a:gd name="connsiteY3" fmla="*/ 1314920 h 1335859"/>
              <a:gd name="connsiteX4" fmla="*/ 245565 w 2968869"/>
              <a:gd name="connsiteY4" fmla="*/ 1097301 h 1335859"/>
              <a:gd name="connsiteX5" fmla="*/ 80581 w 2968869"/>
              <a:gd name="connsiteY5" fmla="*/ 323762 h 1335859"/>
              <a:gd name="connsiteX0" fmla="*/ 80581 w 2772926"/>
              <a:gd name="connsiteY0" fmla="*/ 307726 h 1313732"/>
              <a:gd name="connsiteX1" fmla="*/ 1252582 w 2772926"/>
              <a:gd name="connsiteY1" fmla="*/ 11753 h 1313732"/>
              <a:gd name="connsiteX2" fmla="*/ 2772926 w 2772926"/>
              <a:gd name="connsiteY2" fmla="*/ 665079 h 1313732"/>
              <a:gd name="connsiteX3" fmla="*/ 1651599 w 2772926"/>
              <a:gd name="connsiteY3" fmla="*/ 1298884 h 1313732"/>
              <a:gd name="connsiteX4" fmla="*/ 245565 w 2772926"/>
              <a:gd name="connsiteY4" fmla="*/ 1081265 h 1313732"/>
              <a:gd name="connsiteX5" fmla="*/ 80581 w 2772926"/>
              <a:gd name="connsiteY5" fmla="*/ 307726 h 1313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72926" h="1313732">
                <a:moveTo>
                  <a:pt x="80581" y="307726"/>
                </a:moveTo>
                <a:cubicBezTo>
                  <a:pt x="248417" y="129474"/>
                  <a:pt x="803858" y="-47806"/>
                  <a:pt x="1252582" y="11753"/>
                </a:cubicBezTo>
                <a:cubicBezTo>
                  <a:pt x="1701306" y="71312"/>
                  <a:pt x="2772926" y="-158460"/>
                  <a:pt x="2772926" y="665079"/>
                </a:cubicBezTo>
                <a:cubicBezTo>
                  <a:pt x="2772926" y="1488618"/>
                  <a:pt x="2072826" y="1229520"/>
                  <a:pt x="1651599" y="1298884"/>
                </a:cubicBezTo>
                <a:cubicBezTo>
                  <a:pt x="1230372" y="1368248"/>
                  <a:pt x="496516" y="1177391"/>
                  <a:pt x="245565" y="1081265"/>
                </a:cubicBezTo>
                <a:cubicBezTo>
                  <a:pt x="26145" y="901057"/>
                  <a:pt x="-87255" y="485978"/>
                  <a:pt x="80581" y="307726"/>
                </a:cubicBezTo>
                <a:close/>
              </a:path>
            </a:pathLst>
          </a:cu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37DE668-FF1A-45BA-A2E7-B61450F238B4}"/>
              </a:ext>
            </a:extLst>
          </p:cNvPr>
          <p:cNvGrpSpPr/>
          <p:nvPr/>
        </p:nvGrpSpPr>
        <p:grpSpPr>
          <a:xfrm>
            <a:off x="2470876" y="914882"/>
            <a:ext cx="4800782" cy="1143408"/>
            <a:chOff x="2397302" y="1871324"/>
            <a:chExt cx="5954405" cy="114340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02776A1-D668-490E-AE67-552D26ECA136}"/>
                </a:ext>
              </a:extLst>
            </p:cNvPr>
            <p:cNvSpPr/>
            <p:nvPr/>
          </p:nvSpPr>
          <p:spPr>
            <a:xfrm>
              <a:off x="2397302" y="1871324"/>
              <a:ext cx="5954405" cy="945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421E0FB-B688-4896-AF11-DF78B788DE1B}"/>
                </a:ext>
              </a:extLst>
            </p:cNvPr>
            <p:cNvSpPr/>
            <p:nvPr/>
          </p:nvSpPr>
          <p:spPr>
            <a:xfrm>
              <a:off x="2397302" y="2920139"/>
              <a:ext cx="5954405" cy="9459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744B23B-6871-4A95-838E-0D029DB845B1}"/>
              </a:ext>
            </a:extLst>
          </p:cNvPr>
          <p:cNvGrpSpPr/>
          <p:nvPr/>
        </p:nvGrpSpPr>
        <p:grpSpPr>
          <a:xfrm>
            <a:off x="3379950" y="-618814"/>
            <a:ext cx="2626651" cy="6520372"/>
            <a:chOff x="2097687" y="400691"/>
            <a:chExt cx="2626651" cy="6520372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0AE42FA-8462-4AC6-9DF7-542245186D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5213" b="71024" l="35552" r="54090">
                          <a14:backgroundMark x1="38281" y1="13342" x2="34219" y2="21197"/>
                          <a14:backgroundMark x1="34219" y1="21197" x2="33828" y2="31047"/>
                          <a14:backgroundMark x1="33828" y1="31047" x2="38672" y2="50998"/>
                          <a14:backgroundMark x1="38672" y1="50998" x2="37891" y2="61721"/>
                          <a14:backgroundMark x1="37891" y1="61721" x2="40000" y2="72070"/>
                          <a14:backgroundMark x1="40000" y1="72070" x2="47031" y2="80923"/>
                          <a14:backgroundMark x1="47031" y1="80923" x2="53047" y2="78304"/>
                          <a14:backgroundMark x1="53047" y1="78304" x2="56328" y2="67955"/>
                          <a14:backgroundMark x1="56328" y1="67955" x2="50156" y2="47506"/>
                          <a14:backgroundMark x1="50156" y1="47506" x2="52969" y2="36534"/>
                          <a14:backgroundMark x1="52969" y1="36534" x2="53359" y2="24439"/>
                          <a14:backgroundMark x1="53359" y1="24439" x2="47500" y2="11970"/>
                          <a14:backgroundMark x1="47500" y1="11970" x2="40859" y2="8105"/>
                          <a14:backgroundMark x1="40859" y1="8105" x2="37500" y2="13840"/>
                        </a14:backgroundRemoval>
                      </a14:imgEffect>
                    </a14:imgLayer>
                  </a14:imgProps>
                </a:ext>
              </a:extLst>
            </a:blip>
            <a:srcRect l="33235" t="8237" r="43593" b="22000"/>
            <a:stretch/>
          </p:blipFill>
          <p:spPr>
            <a:xfrm>
              <a:off x="2547991" y="400691"/>
              <a:ext cx="1808252" cy="3411021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9E411D5-1D08-47CC-86DD-C68B759CF2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4017" b="62850" l="42017" r="61714">
                          <a14:backgroundMark x1="41563" y1="65835" x2="46406" y2="58978"/>
                          <a14:backgroundMark x1="46406" y1="58978" x2="54922" y2="40399"/>
                          <a14:backgroundMark x1="54922" y1="40399" x2="61484" y2="37905"/>
                          <a14:backgroundMark x1="61484" y1="37905" x2="60781" y2="24439"/>
                          <a14:backgroundMark x1="60781" y1="24439" x2="52969" y2="21571"/>
                          <a14:backgroundMark x1="52969" y1="21571" x2="47344" y2="29676"/>
                          <a14:backgroundMark x1="47344" y1="29676" x2="39375" y2="63716"/>
                          <a14:backgroundMark x1="39375" y1="63716" x2="42500" y2="67332"/>
                        </a14:backgroundRemoval>
                      </a14:imgEffect>
                    </a14:imgLayer>
                  </a14:imgProps>
                </a:ext>
              </a:extLst>
            </a:blip>
            <a:srcRect l="39555" t="19163" r="35824" b="32296"/>
            <a:stretch/>
          </p:blipFill>
          <p:spPr>
            <a:xfrm rot="7716593">
              <a:off x="2323719" y="3096654"/>
              <a:ext cx="1921268" cy="2373332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4E2BED4-E5DD-418A-B235-1F5E9B263C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31348" b="73474" l="47370" r="66710">
                          <a14:backgroundMark x1="52578" y1="34788" x2="46953" y2="40150"/>
                          <a14:backgroundMark x1="46953" y1="40150" x2="47266" y2="51995"/>
                          <a14:backgroundMark x1="47266" y1="51995" x2="44766" y2="63342"/>
                          <a14:backgroundMark x1="44766" y1="63342" x2="44844" y2="73940"/>
                          <a14:backgroundMark x1="44844" y1="73940" x2="51719" y2="76309"/>
                          <a14:backgroundMark x1="51719" y1="76309" x2="65859" y2="67581"/>
                          <a14:backgroundMark x1="65859" y1="67581" x2="62109" y2="56359"/>
                          <a14:backgroundMark x1="62109" y1="56359" x2="62422" y2="33416"/>
                          <a14:backgroundMark x1="62422" y1="33416" x2="56016" y2="28554"/>
                          <a14:backgroundMark x1="56016" y1="28554" x2="52031" y2="34165"/>
                        </a14:backgroundRemoval>
                      </a14:imgEffect>
                    </a14:imgLayer>
                  </a14:imgProps>
                </a:ext>
              </a:extLst>
            </a:blip>
            <a:srcRect l="44953" t="26082" r="30873" b="21260"/>
            <a:stretch/>
          </p:blipFill>
          <p:spPr>
            <a:xfrm>
              <a:off x="2837908" y="4346383"/>
              <a:ext cx="1886430" cy="25746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0E1E522-38BA-4342-94AC-955B818C6AB9}"/>
              </a:ext>
            </a:extLst>
          </p:cNvPr>
          <p:cNvSpPr txBox="1"/>
          <p:nvPr/>
        </p:nvSpPr>
        <p:spPr>
          <a:xfrm>
            <a:off x="6428870" y="1301920"/>
            <a:ext cx="162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Cell Membrane</a:t>
            </a:r>
            <a:endParaRPr lang="en-I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8C8274-8EC3-4D34-99BD-8B1EB0AB3CE9}"/>
              </a:ext>
            </a:extLst>
          </p:cNvPr>
          <p:cNvSpPr txBox="1"/>
          <p:nvPr/>
        </p:nvSpPr>
        <p:spPr>
          <a:xfrm>
            <a:off x="6410499" y="616052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</a:t>
            </a:r>
            <a:endParaRPr lang="en-IL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4DFF16-D56F-4D26-AFC6-9D8680877F63}"/>
              </a:ext>
            </a:extLst>
          </p:cNvPr>
          <p:cNvSpPr txBox="1"/>
          <p:nvPr/>
        </p:nvSpPr>
        <p:spPr>
          <a:xfrm>
            <a:off x="6410499" y="199295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</a:t>
            </a:r>
            <a:endParaRPr lang="en-IL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E74B19-C0EF-49CD-9650-66C93BF4E593}"/>
              </a:ext>
            </a:extLst>
          </p:cNvPr>
          <p:cNvSpPr txBox="1"/>
          <p:nvPr/>
        </p:nvSpPr>
        <p:spPr>
          <a:xfrm>
            <a:off x="5354484" y="5472513"/>
            <a:ext cx="1087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Internal </a:t>
            </a:r>
          </a:p>
          <a:p>
            <a:r>
              <a:rPr lang="en-US" dirty="0"/>
              <a:t>Organelle</a:t>
            </a:r>
            <a:endParaRPr lang="en-IL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2E2650E6-8D0B-4522-BC2B-494790F97C3F}"/>
              </a:ext>
            </a:extLst>
          </p:cNvPr>
          <p:cNvSpPr/>
          <p:nvPr/>
        </p:nvSpPr>
        <p:spPr>
          <a:xfrm rot="10800000">
            <a:off x="4566616" y="283464"/>
            <a:ext cx="375498" cy="323464"/>
          </a:xfrm>
          <a:prstGeom prst="triangle">
            <a:avLst/>
          </a:prstGeom>
          <a:solidFill>
            <a:srgbClr val="F018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6E980EE-D611-4C40-A42F-A91C053B149D}"/>
              </a:ext>
            </a:extLst>
          </p:cNvPr>
          <p:cNvGrpSpPr/>
          <p:nvPr/>
        </p:nvGrpSpPr>
        <p:grpSpPr>
          <a:xfrm>
            <a:off x="4790485" y="2423817"/>
            <a:ext cx="598717" cy="588695"/>
            <a:chOff x="9089569" y="3257879"/>
            <a:chExt cx="598717" cy="58869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42CAF55-7016-40D8-B954-CA7522E0E0CC}"/>
                </a:ext>
              </a:extLst>
            </p:cNvPr>
            <p:cNvSpPr/>
            <p:nvPr/>
          </p:nvSpPr>
          <p:spPr>
            <a:xfrm>
              <a:off x="9089569" y="3265718"/>
              <a:ext cx="598717" cy="58085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1E2D477-6621-46A0-8137-320A07519D2C}"/>
                </a:ext>
              </a:extLst>
            </p:cNvPr>
            <p:cNvSpPr txBox="1"/>
            <p:nvPr/>
          </p:nvSpPr>
          <p:spPr>
            <a:xfrm>
              <a:off x="9152110" y="3257879"/>
              <a:ext cx="44435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/>
                <a:t>G</a:t>
              </a:r>
              <a:endParaRPr lang="en-IL" b="1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08FB9FE-EE3F-4F76-85F7-A4A340E7444A}"/>
              </a:ext>
            </a:extLst>
          </p:cNvPr>
          <p:cNvGrpSpPr/>
          <p:nvPr/>
        </p:nvGrpSpPr>
        <p:grpSpPr>
          <a:xfrm>
            <a:off x="4571908" y="5530149"/>
            <a:ext cx="598717" cy="588695"/>
            <a:chOff x="9089569" y="3257879"/>
            <a:chExt cx="598717" cy="588695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8009647-A2E0-4804-9D01-D407F6A7796A}"/>
                </a:ext>
              </a:extLst>
            </p:cNvPr>
            <p:cNvSpPr/>
            <p:nvPr/>
          </p:nvSpPr>
          <p:spPr>
            <a:xfrm>
              <a:off x="9089569" y="3265718"/>
              <a:ext cx="598717" cy="58085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1E948E1-AE5F-4531-B108-ACBC4F7BE0D1}"/>
                </a:ext>
              </a:extLst>
            </p:cNvPr>
            <p:cNvSpPr txBox="1"/>
            <p:nvPr/>
          </p:nvSpPr>
          <p:spPr>
            <a:xfrm>
              <a:off x="9152110" y="3257879"/>
              <a:ext cx="44435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/>
                <a:t>G</a:t>
              </a:r>
              <a:endParaRPr lang="en-IL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94796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39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Rachel Kolodny</dc:creator>
  <cp:lastModifiedBy>Rachel Kolodny</cp:lastModifiedBy>
  <cp:revision>7</cp:revision>
  <dcterms:created xsi:type="dcterms:W3CDTF">2022-03-17T12:09:06Z</dcterms:created>
  <dcterms:modified xsi:type="dcterms:W3CDTF">2022-03-17T15:48:51Z</dcterms:modified>
</cp:coreProperties>
</file>