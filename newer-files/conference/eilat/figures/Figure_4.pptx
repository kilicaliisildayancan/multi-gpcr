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68" r:id="rId2"/>
    <p:sldId id="267" r:id="rId3"/>
    <p:sldId id="269" r:id="rId4"/>
    <p:sldId id="271" r:id="rId5"/>
  </p:sldIdLst>
  <p:sldSz cx="12192000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022" autoAdjust="0"/>
  </p:normalViewPr>
  <p:slideViewPr>
    <p:cSldViewPr snapToGrid="0">
      <p:cViewPr varScale="1">
        <p:scale>
          <a:sx n="34" d="100"/>
          <a:sy n="34" d="100"/>
        </p:scale>
        <p:origin x="1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0A64BC-5919-4739-BEB3-47077AFE86A2}" type="datetimeFigureOut">
              <a:rPr lang="en-US" smtClean="0"/>
              <a:t>7/24/2022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87513" y="1143000"/>
            <a:ext cx="3482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68FE72-12E1-4135-906B-C01A81890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375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87513" y="1143000"/>
            <a:ext cx="34829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68FE72-12E1-4135-906B-C01A818907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805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87513" y="1143000"/>
            <a:ext cx="34829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68FE72-12E1-4135-906B-C01A818907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395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87513" y="1143000"/>
            <a:ext cx="34829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8FE72-12E1-4135-906B-C01A818907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256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87513" y="1143000"/>
            <a:ext cx="34829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8FE72-12E1-4135-906B-C01A818907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60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67462"/>
            <a:ext cx="10363200" cy="375991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672376"/>
            <a:ext cx="9144000" cy="2607442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3E2C7-A444-4AE6-8105-A6D656C56CA8}" type="datetimeFigureOut">
              <a:rPr lang="en-US" smtClean="0"/>
              <a:t>7/24/2022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7413-E220-4165-854A-CA22A2D6C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927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3E2C7-A444-4AE6-8105-A6D656C56CA8}" type="datetimeFigureOut">
              <a:rPr lang="en-US" smtClean="0"/>
              <a:t>7/24/2022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7413-E220-4165-854A-CA22A2D6C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48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692444"/>
            <a:ext cx="10515600" cy="4492401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7227345"/>
            <a:ext cx="10515600" cy="236244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3E2C7-A444-4AE6-8105-A6D656C56CA8}" type="datetimeFigureOut">
              <a:rPr lang="en-US" smtClean="0"/>
              <a:t>7/24/2022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7413-E220-4165-854A-CA22A2D6C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66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874937"/>
            <a:ext cx="5181600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874937"/>
            <a:ext cx="5181600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3E2C7-A444-4AE6-8105-A6D656C56CA8}" type="datetimeFigureOut">
              <a:rPr lang="en-US" smtClean="0"/>
              <a:t>7/24/2022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7413-E220-4165-854A-CA22A2D6C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2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74990"/>
            <a:ext cx="10515600" cy="2087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647443"/>
            <a:ext cx="5157787" cy="129747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944914"/>
            <a:ext cx="5157787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647443"/>
            <a:ext cx="5183188" cy="129747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944914"/>
            <a:ext cx="5183188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3E2C7-A444-4AE6-8105-A6D656C56CA8}" type="datetimeFigureOut">
              <a:rPr lang="en-US" smtClean="0"/>
              <a:t>7/24/2022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7413-E220-4165-854A-CA22A2D6C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951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3E2C7-A444-4AE6-8105-A6D656C56CA8}" type="datetimeFigureOut">
              <a:rPr lang="en-US" smtClean="0"/>
              <a:t>7/24/2022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7413-E220-4165-854A-CA22A2D6C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475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3E2C7-A444-4AE6-8105-A6D656C56CA8}" type="datetimeFigureOut">
              <a:rPr lang="en-US" smtClean="0"/>
              <a:t>7/24/2022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7413-E220-4165-854A-CA22A2D6C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452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19984"/>
            <a:ext cx="3932237" cy="2519945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554968"/>
            <a:ext cx="6172200" cy="7674832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239929"/>
            <a:ext cx="3932237" cy="600236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3E2C7-A444-4AE6-8105-A6D656C56CA8}" type="datetimeFigureOut">
              <a:rPr lang="en-US" smtClean="0"/>
              <a:t>7/24/2022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7413-E220-4165-854A-CA22A2D6C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204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19984"/>
            <a:ext cx="3932237" cy="2519945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554968"/>
            <a:ext cx="6172200" cy="7674832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239929"/>
            <a:ext cx="3932237" cy="600236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3E2C7-A444-4AE6-8105-A6D656C56CA8}" type="datetimeFigureOut">
              <a:rPr lang="en-US" smtClean="0"/>
              <a:t>7/24/2022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7413-E220-4165-854A-CA22A2D6C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7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3E2C7-A444-4AE6-8105-A6D656C56CA8}" type="datetimeFigureOut">
              <a:rPr lang="en-US" smtClean="0"/>
              <a:t>7/24/2022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7413-E220-4165-854A-CA22A2D6C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364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574987"/>
            <a:ext cx="2628900" cy="9152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574987"/>
            <a:ext cx="7734300" cy="9152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3E2C7-A444-4AE6-8105-A6D656C56CA8}" type="datetimeFigureOut">
              <a:rPr lang="en-US" smtClean="0"/>
              <a:t>7/24/2022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7413-E220-4165-854A-CA22A2D6C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193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574990"/>
            <a:ext cx="10515600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874937"/>
            <a:ext cx="10515600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0009783"/>
            <a:ext cx="274320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3E2C7-A444-4AE6-8105-A6D656C56CA8}" type="datetimeFigureOut">
              <a:rPr lang="en-US" smtClean="0"/>
              <a:t>7/24/2022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0009783"/>
            <a:ext cx="411480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0009783"/>
            <a:ext cx="274320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A7413-E220-4165-854A-CA22A2D6C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070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20" t="20982" r="1929" b="15178"/>
          <a:stretch/>
        </p:blipFill>
        <p:spPr>
          <a:xfrm>
            <a:off x="537920" y="3549254"/>
            <a:ext cx="10718411" cy="40548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7101" y="4914018"/>
            <a:ext cx="598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/>
              <a:t>N</a:t>
            </a:r>
            <a:r>
              <a:rPr lang="en-US" sz="3600" dirty="0"/>
              <a:t>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398" y="6944622"/>
            <a:ext cx="5405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/>
              <a:t>C</a:t>
            </a:r>
            <a:r>
              <a:rPr lang="en-US" sz="3600" dirty="0"/>
              <a:t>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4937" y="6401907"/>
            <a:ext cx="5405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/>
              <a:t>C</a:t>
            </a:r>
            <a:r>
              <a:rPr lang="en-US" sz="3600" dirty="0"/>
              <a:t>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5203" y="3792015"/>
            <a:ext cx="598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/>
              <a:t>N</a:t>
            </a:r>
            <a:r>
              <a:rPr lang="en-US" sz="3600" dirty="0"/>
              <a:t>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38205" y="2711563"/>
            <a:ext cx="12391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EC loops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6789" y="7688806"/>
            <a:ext cx="1169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IC loops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7393" y="2743056"/>
            <a:ext cx="12391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EC loops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2457797" y="3173228"/>
            <a:ext cx="228317" cy="41806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1959245" y="3180502"/>
            <a:ext cx="191336" cy="41079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5980500" y="3197447"/>
            <a:ext cx="228317" cy="41806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5411065" y="3204721"/>
            <a:ext cx="262220" cy="41079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5576240" y="7248878"/>
            <a:ext cx="219164" cy="49203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 flipV="1">
            <a:off x="5164944" y="7248878"/>
            <a:ext cx="209161" cy="46396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1006715" y="6437804"/>
            <a:ext cx="591243" cy="61255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999084" y="2812490"/>
            <a:ext cx="12391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EC loops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9782191" y="3266881"/>
            <a:ext cx="228317" cy="41806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9212756" y="3274155"/>
            <a:ext cx="262220" cy="41079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995839" y="6393286"/>
            <a:ext cx="5405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/>
              <a:t>C</a:t>
            </a:r>
            <a:r>
              <a:rPr lang="en-US" sz="3600" dirty="0"/>
              <a:t>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36105" y="3783394"/>
            <a:ext cx="598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/>
              <a:t>N</a:t>
            </a:r>
            <a:r>
              <a:rPr lang="en-US" sz="3600" dirty="0"/>
              <a:t>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82100" y="7694248"/>
            <a:ext cx="1169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IC loops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 flipV="1">
            <a:off x="9451551" y="7254320"/>
            <a:ext cx="219164" cy="49203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 flipV="1">
            <a:off x="9040255" y="7254320"/>
            <a:ext cx="209161" cy="46396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434236" y="7645263"/>
            <a:ext cx="1169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IC loops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 flipV="1">
            <a:off x="2103687" y="7205335"/>
            <a:ext cx="219164" cy="49203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 flipV="1">
            <a:off x="1692391" y="7205335"/>
            <a:ext cx="209161" cy="46396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294812" y="8219948"/>
            <a:ext cx="1760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1</a:t>
            </a:r>
            <a:r>
              <a:rPr lang="en-US" sz="2800" b="1" baseline="30000" dirty="0"/>
              <a:t>st</a:t>
            </a:r>
            <a:r>
              <a:rPr lang="en-US" sz="2800" b="1" dirty="0"/>
              <a:t> domain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18826" y="8219948"/>
            <a:ext cx="18405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2</a:t>
            </a:r>
            <a:r>
              <a:rPr lang="en-US" sz="2800" b="1" baseline="30000" dirty="0"/>
              <a:t>nd</a:t>
            </a:r>
            <a:r>
              <a:rPr lang="en-US" sz="2800" b="1" dirty="0"/>
              <a:t> domain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63926" y="8246057"/>
            <a:ext cx="17943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3</a:t>
            </a:r>
            <a:r>
              <a:rPr lang="en-US" sz="2800" b="1" baseline="30000" dirty="0"/>
              <a:t>rd</a:t>
            </a:r>
            <a:r>
              <a:rPr lang="en-US" sz="2800" b="1" dirty="0"/>
              <a:t> domain</a:t>
            </a:r>
          </a:p>
        </p:txBody>
      </p:sp>
    </p:spTree>
    <p:extLst>
      <p:ext uri="{BB962C8B-B14F-4D97-AF65-F5344CB8AC3E}">
        <p14:creationId xmlns:p14="http://schemas.microsoft.com/office/powerpoint/2010/main" val="2170666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8" t="14287" r="24127" b="5951"/>
          <a:stretch/>
        </p:blipFill>
        <p:spPr>
          <a:xfrm>
            <a:off x="1708394" y="3375138"/>
            <a:ext cx="2728601" cy="382459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1962" y="4775686"/>
            <a:ext cx="22594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Intracellular 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333" y="3274966"/>
            <a:ext cx="2308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Extracellular side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6355" y="6045573"/>
            <a:ext cx="1359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 protein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290457" y="4795725"/>
            <a:ext cx="1583872" cy="538843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rved Right Arrow 6"/>
          <p:cNvSpPr/>
          <p:nvPr/>
        </p:nvSpPr>
        <p:spPr>
          <a:xfrm flipV="1">
            <a:off x="5817050" y="4267157"/>
            <a:ext cx="530687" cy="1512673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17049" y="3828518"/>
            <a:ext cx="7537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90 °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73" t="7619" r="16269" b="6428"/>
          <a:stretch/>
        </p:blipFill>
        <p:spPr>
          <a:xfrm>
            <a:off x="6978996" y="2481305"/>
            <a:ext cx="3253800" cy="412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262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CF12E0-9137-1C80-F33B-DD6E1F0ECB2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20" t="20982" r="1929" b="15178"/>
          <a:stretch/>
        </p:blipFill>
        <p:spPr>
          <a:xfrm>
            <a:off x="2010920" y="1530767"/>
            <a:ext cx="7502887" cy="28383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8A1D16-7FBD-DB2A-5302-DF8C5F37A24C}"/>
              </a:ext>
            </a:extLst>
          </p:cNvPr>
          <p:cNvSpPr txBox="1"/>
          <p:nvPr/>
        </p:nvSpPr>
        <p:spPr>
          <a:xfrm>
            <a:off x="1907162" y="2402426"/>
            <a:ext cx="598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/>
              <a:t>N</a:t>
            </a:r>
            <a:r>
              <a:rPr lang="en-US" sz="3600" dirty="0"/>
              <a:t>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03788C-D78D-0E27-6406-029913EB1394}"/>
              </a:ext>
            </a:extLst>
          </p:cNvPr>
          <p:cNvSpPr txBox="1"/>
          <p:nvPr/>
        </p:nvSpPr>
        <p:spPr>
          <a:xfrm>
            <a:off x="1713550" y="3734607"/>
            <a:ext cx="5405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/>
              <a:t>C</a:t>
            </a:r>
            <a:r>
              <a:rPr lang="en-US" sz="3600" dirty="0"/>
              <a:t>’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C49684-D1F0-ABDF-1BAC-96304BCBED75}"/>
              </a:ext>
            </a:extLst>
          </p:cNvPr>
          <p:cNvSpPr txBox="1"/>
          <p:nvPr/>
        </p:nvSpPr>
        <p:spPr>
          <a:xfrm>
            <a:off x="4467756" y="3737828"/>
            <a:ext cx="5405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/>
              <a:t>C</a:t>
            </a:r>
            <a:r>
              <a:rPr lang="en-US" sz="3600" dirty="0"/>
              <a:t>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108429-915C-4391-E7CD-4DEC3BF9BE71}"/>
              </a:ext>
            </a:extLst>
          </p:cNvPr>
          <p:cNvSpPr txBox="1"/>
          <p:nvPr/>
        </p:nvSpPr>
        <p:spPr>
          <a:xfrm>
            <a:off x="4410048" y="1474447"/>
            <a:ext cx="598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/>
              <a:t>N</a:t>
            </a:r>
            <a:r>
              <a:rPr lang="en-US" sz="3600" dirty="0"/>
              <a:t>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C33AB0-7893-4B87-53D7-BC5FC9055C58}"/>
              </a:ext>
            </a:extLst>
          </p:cNvPr>
          <p:cNvSpPr txBox="1"/>
          <p:nvPr/>
        </p:nvSpPr>
        <p:spPr>
          <a:xfrm>
            <a:off x="2780340" y="923731"/>
            <a:ext cx="12391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EC loops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C5EBD0-525E-9605-6FDD-B29CF6C7146D}"/>
              </a:ext>
            </a:extLst>
          </p:cNvPr>
          <p:cNvSpPr txBox="1"/>
          <p:nvPr/>
        </p:nvSpPr>
        <p:spPr>
          <a:xfrm>
            <a:off x="4973851" y="4579851"/>
            <a:ext cx="1169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IC loops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253AC0-6A11-B6A9-6DA7-984FF5BBE03F}"/>
              </a:ext>
            </a:extLst>
          </p:cNvPr>
          <p:cNvSpPr txBox="1"/>
          <p:nvPr/>
        </p:nvSpPr>
        <p:spPr>
          <a:xfrm>
            <a:off x="5176310" y="938989"/>
            <a:ext cx="12391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EC loops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5966219-56EB-B76B-6E7A-7DB08B68FC3D}"/>
              </a:ext>
            </a:extLst>
          </p:cNvPr>
          <p:cNvCxnSpPr/>
          <p:nvPr/>
        </p:nvCxnSpPr>
        <p:spPr>
          <a:xfrm>
            <a:off x="3399932" y="1385397"/>
            <a:ext cx="228317" cy="29264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6A9D95F-915E-1B88-8C31-A8EF038E0F86}"/>
              </a:ext>
            </a:extLst>
          </p:cNvPr>
          <p:cNvCxnSpPr/>
          <p:nvPr/>
        </p:nvCxnSpPr>
        <p:spPr>
          <a:xfrm flipH="1">
            <a:off x="2901380" y="1392671"/>
            <a:ext cx="191336" cy="28755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1197B31-2C44-0614-5056-1E45C0C21640}"/>
              </a:ext>
            </a:extLst>
          </p:cNvPr>
          <p:cNvCxnSpPr/>
          <p:nvPr/>
        </p:nvCxnSpPr>
        <p:spPr>
          <a:xfrm>
            <a:off x="5959417" y="1393381"/>
            <a:ext cx="228317" cy="29264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A0BF7F8-4065-10A3-5ECD-8FA55B612D82}"/>
              </a:ext>
            </a:extLst>
          </p:cNvPr>
          <p:cNvCxnSpPr/>
          <p:nvPr/>
        </p:nvCxnSpPr>
        <p:spPr>
          <a:xfrm flipH="1">
            <a:off x="5389982" y="1400655"/>
            <a:ext cx="262220" cy="28755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A9B01F3-C902-D087-2E6E-4A6180726C7C}"/>
              </a:ext>
            </a:extLst>
          </p:cNvPr>
          <p:cNvCxnSpPr/>
          <p:nvPr/>
        </p:nvCxnSpPr>
        <p:spPr>
          <a:xfrm flipV="1">
            <a:off x="5643302" y="4139924"/>
            <a:ext cx="219164" cy="34442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D3624AB-AA1B-7257-85B3-188F191C920A}"/>
              </a:ext>
            </a:extLst>
          </p:cNvPr>
          <p:cNvCxnSpPr/>
          <p:nvPr/>
        </p:nvCxnSpPr>
        <p:spPr>
          <a:xfrm flipH="1" flipV="1">
            <a:off x="5232006" y="4139924"/>
            <a:ext cx="209161" cy="32477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EE81473-7481-2B05-B650-678E6D1FB60F}"/>
              </a:ext>
            </a:extLst>
          </p:cNvPr>
          <p:cNvCxnSpPr/>
          <p:nvPr/>
        </p:nvCxnSpPr>
        <p:spPr>
          <a:xfrm flipV="1">
            <a:off x="2162427" y="3601777"/>
            <a:ext cx="591243" cy="42878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FCADADC-5DB6-B1C2-73A3-D897823CEBE4}"/>
              </a:ext>
            </a:extLst>
          </p:cNvPr>
          <p:cNvSpPr txBox="1"/>
          <p:nvPr/>
        </p:nvSpPr>
        <p:spPr>
          <a:xfrm>
            <a:off x="7863221" y="953622"/>
            <a:ext cx="12391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EC loops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B45F06E-EC2B-67DC-CA9E-8270DB9EB682}"/>
              </a:ext>
            </a:extLst>
          </p:cNvPr>
          <p:cNvCxnSpPr/>
          <p:nvPr/>
        </p:nvCxnSpPr>
        <p:spPr>
          <a:xfrm>
            <a:off x="8646328" y="1408014"/>
            <a:ext cx="228317" cy="29264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596C7DC-924E-C1D0-7C29-5A185A2C6292}"/>
              </a:ext>
            </a:extLst>
          </p:cNvPr>
          <p:cNvCxnSpPr/>
          <p:nvPr/>
        </p:nvCxnSpPr>
        <p:spPr>
          <a:xfrm flipH="1">
            <a:off x="8076893" y="1415288"/>
            <a:ext cx="262220" cy="28755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C60BD18-13AA-D0B2-2FA2-61861BB23C81}"/>
              </a:ext>
            </a:extLst>
          </p:cNvPr>
          <p:cNvSpPr txBox="1"/>
          <p:nvPr/>
        </p:nvSpPr>
        <p:spPr>
          <a:xfrm>
            <a:off x="7010694" y="3847508"/>
            <a:ext cx="5405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/>
              <a:t>C</a:t>
            </a:r>
            <a:r>
              <a:rPr lang="en-US" sz="3600" dirty="0"/>
              <a:t>’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A73E0D-DF18-A9E9-30BF-434D1E7D6230}"/>
              </a:ext>
            </a:extLst>
          </p:cNvPr>
          <p:cNvSpPr txBox="1"/>
          <p:nvPr/>
        </p:nvSpPr>
        <p:spPr>
          <a:xfrm>
            <a:off x="7089460" y="1492012"/>
            <a:ext cx="598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/>
              <a:t>N</a:t>
            </a:r>
            <a:r>
              <a:rPr lang="en-US" sz="3600" dirty="0"/>
              <a:t>’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9D6637-DBF0-10B7-CFB6-5C508FF37110}"/>
              </a:ext>
            </a:extLst>
          </p:cNvPr>
          <p:cNvSpPr txBox="1"/>
          <p:nvPr/>
        </p:nvSpPr>
        <p:spPr>
          <a:xfrm>
            <a:off x="7627056" y="4579851"/>
            <a:ext cx="1169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IC loops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D5A76D5-8C34-125F-EA75-576AA9C0F6CF}"/>
              </a:ext>
            </a:extLst>
          </p:cNvPr>
          <p:cNvCxnSpPr/>
          <p:nvPr/>
        </p:nvCxnSpPr>
        <p:spPr>
          <a:xfrm flipV="1">
            <a:off x="8296507" y="4139924"/>
            <a:ext cx="219164" cy="34442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8C1C8AE-7009-2CB0-3991-6E607D96929B}"/>
              </a:ext>
            </a:extLst>
          </p:cNvPr>
          <p:cNvCxnSpPr/>
          <p:nvPr/>
        </p:nvCxnSpPr>
        <p:spPr>
          <a:xfrm flipH="1" flipV="1">
            <a:off x="7885211" y="4139924"/>
            <a:ext cx="209161" cy="32477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CF20D24-1724-62F9-A44B-E20C67701546}"/>
              </a:ext>
            </a:extLst>
          </p:cNvPr>
          <p:cNvSpPr txBox="1"/>
          <p:nvPr/>
        </p:nvSpPr>
        <p:spPr>
          <a:xfrm>
            <a:off x="2441674" y="4579851"/>
            <a:ext cx="1169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IC loops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0261A47-398A-E78B-84DA-4100F3BED8CD}"/>
              </a:ext>
            </a:extLst>
          </p:cNvPr>
          <p:cNvCxnSpPr/>
          <p:nvPr/>
        </p:nvCxnSpPr>
        <p:spPr>
          <a:xfrm flipV="1">
            <a:off x="3111125" y="4139924"/>
            <a:ext cx="219164" cy="34442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C788DB2-27C5-21AA-CA90-89112DCF28C2}"/>
              </a:ext>
            </a:extLst>
          </p:cNvPr>
          <p:cNvCxnSpPr/>
          <p:nvPr/>
        </p:nvCxnSpPr>
        <p:spPr>
          <a:xfrm flipH="1" flipV="1">
            <a:off x="2699829" y="4139924"/>
            <a:ext cx="209161" cy="32477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D5155B6-BB9B-4BCB-EC69-E3319A7E147A}"/>
              </a:ext>
            </a:extLst>
          </p:cNvPr>
          <p:cNvSpPr txBox="1"/>
          <p:nvPr/>
        </p:nvSpPr>
        <p:spPr>
          <a:xfrm>
            <a:off x="2181268" y="460377"/>
            <a:ext cx="1760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1</a:t>
            </a:r>
            <a:r>
              <a:rPr lang="en-US" sz="2800" b="1" baseline="30000" dirty="0"/>
              <a:t>st</a:t>
            </a:r>
            <a:r>
              <a:rPr lang="en-US" sz="2800" b="1" dirty="0"/>
              <a:t> domain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C22BC7-9948-3640-0E35-352FBC7E5924}"/>
              </a:ext>
            </a:extLst>
          </p:cNvPr>
          <p:cNvSpPr txBox="1"/>
          <p:nvPr/>
        </p:nvSpPr>
        <p:spPr>
          <a:xfrm>
            <a:off x="4738021" y="460377"/>
            <a:ext cx="18405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2</a:t>
            </a:r>
            <a:r>
              <a:rPr lang="en-US" sz="2800" b="1" baseline="30000" dirty="0"/>
              <a:t>nd</a:t>
            </a:r>
            <a:r>
              <a:rPr lang="en-US" sz="2800" b="1" dirty="0"/>
              <a:t> domain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E3F86EE-52E6-3E84-55A5-2E7FF9D55032}"/>
              </a:ext>
            </a:extLst>
          </p:cNvPr>
          <p:cNvSpPr txBox="1"/>
          <p:nvPr/>
        </p:nvSpPr>
        <p:spPr>
          <a:xfrm>
            <a:off x="7280960" y="460377"/>
            <a:ext cx="17943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3</a:t>
            </a:r>
            <a:r>
              <a:rPr lang="en-US" sz="2800" b="1" baseline="30000" dirty="0"/>
              <a:t>rd</a:t>
            </a:r>
            <a:r>
              <a:rPr lang="en-US" sz="2800" b="1" dirty="0"/>
              <a:t> domain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28B577F-9F2A-00D7-181B-343BA969F02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8" t="14287" r="24127" b="5951"/>
          <a:stretch/>
        </p:blipFill>
        <p:spPr>
          <a:xfrm>
            <a:off x="2010920" y="5888165"/>
            <a:ext cx="2728601" cy="382459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0D07EE6-D3E1-34D9-F479-37BC378CB641}"/>
              </a:ext>
            </a:extLst>
          </p:cNvPr>
          <p:cNvSpPr txBox="1"/>
          <p:nvPr/>
        </p:nvSpPr>
        <p:spPr>
          <a:xfrm>
            <a:off x="454488" y="7288713"/>
            <a:ext cx="22594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Intracellular side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BE9780-9AC7-76AF-C8E5-DD3765BC8BCE}"/>
              </a:ext>
            </a:extLst>
          </p:cNvPr>
          <p:cNvSpPr txBox="1"/>
          <p:nvPr/>
        </p:nvSpPr>
        <p:spPr>
          <a:xfrm>
            <a:off x="954859" y="5787993"/>
            <a:ext cx="2308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Extracellular side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B6880D-90D6-988F-93C9-55F059485E01}"/>
              </a:ext>
            </a:extLst>
          </p:cNvPr>
          <p:cNvSpPr txBox="1"/>
          <p:nvPr/>
        </p:nvSpPr>
        <p:spPr>
          <a:xfrm>
            <a:off x="1278881" y="8558600"/>
            <a:ext cx="1359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 protein</a:t>
            </a:r>
          </a:p>
        </p:txBody>
      </p:sp>
      <p:sp>
        <p:nvSpPr>
          <p:cNvPr id="37" name="Right Arrow 4">
            <a:extLst>
              <a:ext uri="{FF2B5EF4-FFF2-40B4-BE49-F238E27FC236}">
                <a16:creationId xmlns:a16="http://schemas.microsoft.com/office/drawing/2014/main" id="{36C9B7AA-7A42-744E-0E65-2C8C038C885B}"/>
              </a:ext>
            </a:extLst>
          </p:cNvPr>
          <p:cNvSpPr/>
          <p:nvPr/>
        </p:nvSpPr>
        <p:spPr>
          <a:xfrm>
            <a:off x="4890050" y="7635129"/>
            <a:ext cx="1583872" cy="538843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225EF1-805E-174E-62B2-3932D3913B2A}"/>
              </a:ext>
            </a:extLst>
          </p:cNvPr>
          <p:cNvSpPr txBox="1"/>
          <p:nvPr/>
        </p:nvSpPr>
        <p:spPr>
          <a:xfrm>
            <a:off x="5416642" y="6667922"/>
            <a:ext cx="7537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90 °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FC5F4535-8592-0A61-2BDB-F0EC06A803F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73" t="7619" r="16269" b="6428"/>
          <a:stretch/>
        </p:blipFill>
        <p:spPr>
          <a:xfrm>
            <a:off x="6578589" y="5320709"/>
            <a:ext cx="3253800" cy="4121456"/>
          </a:xfrm>
          <a:prstGeom prst="rect">
            <a:avLst/>
          </a:prstGeom>
        </p:spPr>
      </p:pic>
      <p:sp>
        <p:nvSpPr>
          <p:cNvPr id="40" name="Curved Right Arrow 6">
            <a:extLst>
              <a:ext uri="{FF2B5EF4-FFF2-40B4-BE49-F238E27FC236}">
                <a16:creationId xmlns:a16="http://schemas.microsoft.com/office/drawing/2014/main" id="{093E9A45-5961-A8E1-A2A6-76BF1D3876AC}"/>
              </a:ext>
            </a:extLst>
          </p:cNvPr>
          <p:cNvSpPr/>
          <p:nvPr/>
        </p:nvSpPr>
        <p:spPr>
          <a:xfrm flipV="1">
            <a:off x="5399834" y="7123673"/>
            <a:ext cx="530687" cy="1512673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025AA5B-D2C1-C687-FE18-76F0B88E28D9}"/>
              </a:ext>
            </a:extLst>
          </p:cNvPr>
          <p:cNvSpPr/>
          <p:nvPr/>
        </p:nvSpPr>
        <p:spPr>
          <a:xfrm>
            <a:off x="454488" y="190500"/>
            <a:ext cx="10458631" cy="96855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DA0211D-09BE-203E-7FCF-DBF66DE647BE}"/>
              </a:ext>
            </a:extLst>
          </p:cNvPr>
          <p:cNvCxnSpPr/>
          <p:nvPr/>
        </p:nvCxnSpPr>
        <p:spPr>
          <a:xfrm>
            <a:off x="454488" y="5320709"/>
            <a:ext cx="1045863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A43A082-473D-D8AF-CF34-DF284B828003}"/>
              </a:ext>
            </a:extLst>
          </p:cNvPr>
          <p:cNvSpPr txBox="1"/>
          <p:nvPr/>
        </p:nvSpPr>
        <p:spPr>
          <a:xfrm>
            <a:off x="465071" y="190500"/>
            <a:ext cx="878454" cy="83099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A</a:t>
            </a:r>
            <a:endParaRPr lang="en-IL" sz="48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F04247-49BE-B496-E33B-B7B3A4447D4B}"/>
              </a:ext>
            </a:extLst>
          </p:cNvPr>
          <p:cNvSpPr txBox="1"/>
          <p:nvPr/>
        </p:nvSpPr>
        <p:spPr>
          <a:xfrm>
            <a:off x="10041230" y="5320709"/>
            <a:ext cx="878454" cy="83099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B</a:t>
            </a:r>
            <a:endParaRPr lang="en-IL" sz="4800" dirty="0"/>
          </a:p>
        </p:txBody>
      </p:sp>
    </p:spTree>
    <p:extLst>
      <p:ext uri="{BB962C8B-B14F-4D97-AF65-F5344CB8AC3E}">
        <p14:creationId xmlns:p14="http://schemas.microsoft.com/office/powerpoint/2010/main" val="3208888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09485299-CD31-ECAE-335A-7FEBE241A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311" y="587089"/>
            <a:ext cx="9022862" cy="44992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8A1D16-7FBD-DB2A-5302-DF8C5F37A24C}"/>
              </a:ext>
            </a:extLst>
          </p:cNvPr>
          <p:cNvSpPr txBox="1"/>
          <p:nvPr/>
        </p:nvSpPr>
        <p:spPr>
          <a:xfrm>
            <a:off x="1907162" y="2402426"/>
            <a:ext cx="598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/>
              <a:t>N</a:t>
            </a:r>
            <a:r>
              <a:rPr lang="en-US" sz="3600" dirty="0"/>
              <a:t>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03788C-D78D-0E27-6406-029913EB1394}"/>
              </a:ext>
            </a:extLst>
          </p:cNvPr>
          <p:cNvSpPr txBox="1"/>
          <p:nvPr/>
        </p:nvSpPr>
        <p:spPr>
          <a:xfrm>
            <a:off x="1713550" y="3734607"/>
            <a:ext cx="5405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/>
              <a:t>C</a:t>
            </a:r>
            <a:r>
              <a:rPr lang="en-US" sz="3600" dirty="0"/>
              <a:t>’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C49684-D1F0-ABDF-1BAC-96304BCBED75}"/>
              </a:ext>
            </a:extLst>
          </p:cNvPr>
          <p:cNvSpPr txBox="1"/>
          <p:nvPr/>
        </p:nvSpPr>
        <p:spPr>
          <a:xfrm>
            <a:off x="4467756" y="3737828"/>
            <a:ext cx="5405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/>
              <a:t>C</a:t>
            </a:r>
            <a:r>
              <a:rPr lang="en-US" sz="3600" dirty="0"/>
              <a:t>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108429-915C-4391-E7CD-4DEC3BF9BE71}"/>
              </a:ext>
            </a:extLst>
          </p:cNvPr>
          <p:cNvSpPr txBox="1"/>
          <p:nvPr/>
        </p:nvSpPr>
        <p:spPr>
          <a:xfrm>
            <a:off x="4410048" y="1474447"/>
            <a:ext cx="598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/>
              <a:t>N</a:t>
            </a:r>
            <a:r>
              <a:rPr lang="en-US" sz="3600" dirty="0"/>
              <a:t>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C33AB0-7893-4B87-53D7-BC5FC9055C58}"/>
              </a:ext>
            </a:extLst>
          </p:cNvPr>
          <p:cNvSpPr txBox="1"/>
          <p:nvPr/>
        </p:nvSpPr>
        <p:spPr>
          <a:xfrm>
            <a:off x="2780340" y="923731"/>
            <a:ext cx="12391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EC loops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C5EBD0-525E-9605-6FDD-B29CF6C7146D}"/>
              </a:ext>
            </a:extLst>
          </p:cNvPr>
          <p:cNvSpPr txBox="1"/>
          <p:nvPr/>
        </p:nvSpPr>
        <p:spPr>
          <a:xfrm>
            <a:off x="4973851" y="4579851"/>
            <a:ext cx="1169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IC loops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253AC0-6A11-B6A9-6DA7-984FF5BBE03F}"/>
              </a:ext>
            </a:extLst>
          </p:cNvPr>
          <p:cNvSpPr txBox="1"/>
          <p:nvPr/>
        </p:nvSpPr>
        <p:spPr>
          <a:xfrm>
            <a:off x="5176310" y="938989"/>
            <a:ext cx="12391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EC loops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5966219-56EB-B76B-6E7A-7DB08B68FC3D}"/>
              </a:ext>
            </a:extLst>
          </p:cNvPr>
          <p:cNvCxnSpPr/>
          <p:nvPr/>
        </p:nvCxnSpPr>
        <p:spPr>
          <a:xfrm>
            <a:off x="3399932" y="1385397"/>
            <a:ext cx="228317" cy="29264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6A9D95F-915E-1B88-8C31-A8EF038E0F86}"/>
              </a:ext>
            </a:extLst>
          </p:cNvPr>
          <p:cNvCxnSpPr/>
          <p:nvPr/>
        </p:nvCxnSpPr>
        <p:spPr>
          <a:xfrm flipH="1">
            <a:off x="2901380" y="1392671"/>
            <a:ext cx="191336" cy="28755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1197B31-2C44-0614-5056-1E45C0C21640}"/>
              </a:ext>
            </a:extLst>
          </p:cNvPr>
          <p:cNvCxnSpPr/>
          <p:nvPr/>
        </p:nvCxnSpPr>
        <p:spPr>
          <a:xfrm>
            <a:off x="5959417" y="1393381"/>
            <a:ext cx="228317" cy="29264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A0BF7F8-4065-10A3-5ECD-8FA55B612D82}"/>
              </a:ext>
            </a:extLst>
          </p:cNvPr>
          <p:cNvCxnSpPr/>
          <p:nvPr/>
        </p:nvCxnSpPr>
        <p:spPr>
          <a:xfrm flipH="1">
            <a:off x="5389982" y="1400655"/>
            <a:ext cx="262220" cy="28755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A9B01F3-C902-D087-2E6E-4A6180726C7C}"/>
              </a:ext>
            </a:extLst>
          </p:cNvPr>
          <p:cNvCxnSpPr/>
          <p:nvPr/>
        </p:nvCxnSpPr>
        <p:spPr>
          <a:xfrm flipV="1">
            <a:off x="5643302" y="4139924"/>
            <a:ext cx="219164" cy="34442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D3624AB-AA1B-7257-85B3-188F191C920A}"/>
              </a:ext>
            </a:extLst>
          </p:cNvPr>
          <p:cNvCxnSpPr/>
          <p:nvPr/>
        </p:nvCxnSpPr>
        <p:spPr>
          <a:xfrm flipH="1" flipV="1">
            <a:off x="5232006" y="4139924"/>
            <a:ext cx="209161" cy="32477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EE81473-7481-2B05-B650-678E6D1FB60F}"/>
              </a:ext>
            </a:extLst>
          </p:cNvPr>
          <p:cNvCxnSpPr/>
          <p:nvPr/>
        </p:nvCxnSpPr>
        <p:spPr>
          <a:xfrm flipV="1">
            <a:off x="2162427" y="3601777"/>
            <a:ext cx="591243" cy="42878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FCADADC-5DB6-B1C2-73A3-D897823CEBE4}"/>
              </a:ext>
            </a:extLst>
          </p:cNvPr>
          <p:cNvSpPr txBox="1"/>
          <p:nvPr/>
        </p:nvSpPr>
        <p:spPr>
          <a:xfrm>
            <a:off x="7863221" y="953622"/>
            <a:ext cx="12391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EC loops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B45F06E-EC2B-67DC-CA9E-8270DB9EB682}"/>
              </a:ext>
            </a:extLst>
          </p:cNvPr>
          <p:cNvCxnSpPr/>
          <p:nvPr/>
        </p:nvCxnSpPr>
        <p:spPr>
          <a:xfrm>
            <a:off x="8646328" y="1408014"/>
            <a:ext cx="228317" cy="29264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596C7DC-924E-C1D0-7C29-5A185A2C6292}"/>
              </a:ext>
            </a:extLst>
          </p:cNvPr>
          <p:cNvCxnSpPr/>
          <p:nvPr/>
        </p:nvCxnSpPr>
        <p:spPr>
          <a:xfrm flipH="1">
            <a:off x="8076893" y="1415288"/>
            <a:ext cx="262220" cy="28755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C60BD18-13AA-D0B2-2FA2-61861BB23C81}"/>
              </a:ext>
            </a:extLst>
          </p:cNvPr>
          <p:cNvSpPr txBox="1"/>
          <p:nvPr/>
        </p:nvSpPr>
        <p:spPr>
          <a:xfrm>
            <a:off x="7010694" y="3847508"/>
            <a:ext cx="5405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/>
              <a:t>C</a:t>
            </a:r>
            <a:r>
              <a:rPr lang="en-US" sz="3600" dirty="0"/>
              <a:t>’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A73E0D-DF18-A9E9-30BF-434D1E7D6230}"/>
              </a:ext>
            </a:extLst>
          </p:cNvPr>
          <p:cNvSpPr txBox="1"/>
          <p:nvPr/>
        </p:nvSpPr>
        <p:spPr>
          <a:xfrm>
            <a:off x="7089460" y="1492012"/>
            <a:ext cx="598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/>
              <a:t>N</a:t>
            </a:r>
            <a:r>
              <a:rPr lang="en-US" sz="3600" dirty="0"/>
              <a:t>’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9D6637-DBF0-10B7-CFB6-5C508FF37110}"/>
              </a:ext>
            </a:extLst>
          </p:cNvPr>
          <p:cNvSpPr txBox="1"/>
          <p:nvPr/>
        </p:nvSpPr>
        <p:spPr>
          <a:xfrm>
            <a:off x="7627056" y="4579851"/>
            <a:ext cx="1169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IC loops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D5A76D5-8C34-125F-EA75-576AA9C0F6CF}"/>
              </a:ext>
            </a:extLst>
          </p:cNvPr>
          <p:cNvCxnSpPr/>
          <p:nvPr/>
        </p:nvCxnSpPr>
        <p:spPr>
          <a:xfrm flipV="1">
            <a:off x="8296507" y="4139924"/>
            <a:ext cx="219164" cy="34442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8C1C8AE-7009-2CB0-3991-6E607D96929B}"/>
              </a:ext>
            </a:extLst>
          </p:cNvPr>
          <p:cNvCxnSpPr/>
          <p:nvPr/>
        </p:nvCxnSpPr>
        <p:spPr>
          <a:xfrm flipH="1" flipV="1">
            <a:off x="7885211" y="4139924"/>
            <a:ext cx="209161" cy="32477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CF20D24-1724-62F9-A44B-E20C67701546}"/>
              </a:ext>
            </a:extLst>
          </p:cNvPr>
          <p:cNvSpPr txBox="1"/>
          <p:nvPr/>
        </p:nvSpPr>
        <p:spPr>
          <a:xfrm>
            <a:off x="2441674" y="4579851"/>
            <a:ext cx="1169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IC loops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0261A47-398A-E78B-84DA-4100F3BED8CD}"/>
              </a:ext>
            </a:extLst>
          </p:cNvPr>
          <p:cNvCxnSpPr/>
          <p:nvPr/>
        </p:nvCxnSpPr>
        <p:spPr>
          <a:xfrm flipV="1">
            <a:off x="3111125" y="4139924"/>
            <a:ext cx="219164" cy="34442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C788DB2-27C5-21AA-CA90-89112DCF28C2}"/>
              </a:ext>
            </a:extLst>
          </p:cNvPr>
          <p:cNvCxnSpPr/>
          <p:nvPr/>
        </p:nvCxnSpPr>
        <p:spPr>
          <a:xfrm flipH="1" flipV="1">
            <a:off x="2699829" y="4139924"/>
            <a:ext cx="209161" cy="32477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D5155B6-BB9B-4BCB-EC69-E3319A7E147A}"/>
              </a:ext>
            </a:extLst>
          </p:cNvPr>
          <p:cNvSpPr txBox="1"/>
          <p:nvPr/>
        </p:nvSpPr>
        <p:spPr>
          <a:xfrm>
            <a:off x="2181268" y="460377"/>
            <a:ext cx="1760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1</a:t>
            </a:r>
            <a:r>
              <a:rPr lang="en-US" sz="2800" b="1" baseline="30000" dirty="0"/>
              <a:t>st</a:t>
            </a:r>
            <a:r>
              <a:rPr lang="en-US" sz="2800" b="1" dirty="0"/>
              <a:t> domain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C22BC7-9948-3640-0E35-352FBC7E5924}"/>
              </a:ext>
            </a:extLst>
          </p:cNvPr>
          <p:cNvSpPr txBox="1"/>
          <p:nvPr/>
        </p:nvSpPr>
        <p:spPr>
          <a:xfrm>
            <a:off x="4738021" y="460377"/>
            <a:ext cx="18405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2</a:t>
            </a:r>
            <a:r>
              <a:rPr lang="en-US" sz="2800" b="1" baseline="30000" dirty="0"/>
              <a:t>nd</a:t>
            </a:r>
            <a:r>
              <a:rPr lang="en-US" sz="2800" b="1" dirty="0"/>
              <a:t> domain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E3F86EE-52E6-3E84-55A5-2E7FF9D55032}"/>
              </a:ext>
            </a:extLst>
          </p:cNvPr>
          <p:cNvSpPr txBox="1"/>
          <p:nvPr/>
        </p:nvSpPr>
        <p:spPr>
          <a:xfrm>
            <a:off x="7280960" y="460377"/>
            <a:ext cx="17943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3</a:t>
            </a:r>
            <a:r>
              <a:rPr lang="en-US" sz="2800" b="1" baseline="30000" dirty="0"/>
              <a:t>rd</a:t>
            </a:r>
            <a:r>
              <a:rPr lang="en-US" sz="2800" b="1" dirty="0"/>
              <a:t> domain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28B577F-9F2A-00D7-181B-343BA969F02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8" t="14287" r="24127" b="5951"/>
          <a:stretch/>
        </p:blipFill>
        <p:spPr>
          <a:xfrm>
            <a:off x="2010920" y="5888165"/>
            <a:ext cx="2728601" cy="382459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0D07EE6-D3E1-34D9-F479-37BC378CB641}"/>
              </a:ext>
            </a:extLst>
          </p:cNvPr>
          <p:cNvSpPr txBox="1"/>
          <p:nvPr/>
        </p:nvSpPr>
        <p:spPr>
          <a:xfrm>
            <a:off x="454488" y="7288713"/>
            <a:ext cx="22594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Intracellular side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BE9780-9AC7-76AF-C8E5-DD3765BC8BCE}"/>
              </a:ext>
            </a:extLst>
          </p:cNvPr>
          <p:cNvSpPr txBox="1"/>
          <p:nvPr/>
        </p:nvSpPr>
        <p:spPr>
          <a:xfrm>
            <a:off x="954859" y="5787993"/>
            <a:ext cx="2308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Extracellular side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B6880D-90D6-988F-93C9-55F059485E01}"/>
              </a:ext>
            </a:extLst>
          </p:cNvPr>
          <p:cNvSpPr txBox="1"/>
          <p:nvPr/>
        </p:nvSpPr>
        <p:spPr>
          <a:xfrm>
            <a:off x="1278881" y="8558600"/>
            <a:ext cx="1359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 protein</a:t>
            </a:r>
          </a:p>
        </p:txBody>
      </p:sp>
      <p:sp>
        <p:nvSpPr>
          <p:cNvPr id="37" name="Right Arrow 4">
            <a:extLst>
              <a:ext uri="{FF2B5EF4-FFF2-40B4-BE49-F238E27FC236}">
                <a16:creationId xmlns:a16="http://schemas.microsoft.com/office/drawing/2014/main" id="{36C9B7AA-7A42-744E-0E65-2C8C038C885B}"/>
              </a:ext>
            </a:extLst>
          </p:cNvPr>
          <p:cNvSpPr/>
          <p:nvPr/>
        </p:nvSpPr>
        <p:spPr>
          <a:xfrm>
            <a:off x="4890050" y="7635129"/>
            <a:ext cx="1583872" cy="538843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225EF1-805E-174E-62B2-3932D3913B2A}"/>
              </a:ext>
            </a:extLst>
          </p:cNvPr>
          <p:cNvSpPr txBox="1"/>
          <p:nvPr/>
        </p:nvSpPr>
        <p:spPr>
          <a:xfrm>
            <a:off x="5416642" y="6667922"/>
            <a:ext cx="7537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90 °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FC5F4535-8592-0A61-2BDB-F0EC06A803F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73" t="7619" r="16269" b="6428"/>
          <a:stretch/>
        </p:blipFill>
        <p:spPr>
          <a:xfrm>
            <a:off x="6578589" y="5320709"/>
            <a:ext cx="3253800" cy="4121456"/>
          </a:xfrm>
          <a:prstGeom prst="rect">
            <a:avLst/>
          </a:prstGeom>
        </p:spPr>
      </p:pic>
      <p:sp>
        <p:nvSpPr>
          <p:cNvPr id="40" name="Curved Right Arrow 6">
            <a:extLst>
              <a:ext uri="{FF2B5EF4-FFF2-40B4-BE49-F238E27FC236}">
                <a16:creationId xmlns:a16="http://schemas.microsoft.com/office/drawing/2014/main" id="{093E9A45-5961-A8E1-A2A6-76BF1D3876AC}"/>
              </a:ext>
            </a:extLst>
          </p:cNvPr>
          <p:cNvSpPr/>
          <p:nvPr/>
        </p:nvSpPr>
        <p:spPr>
          <a:xfrm flipV="1">
            <a:off x="5399834" y="7123673"/>
            <a:ext cx="530687" cy="1512673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025AA5B-D2C1-C687-FE18-76F0B88E28D9}"/>
              </a:ext>
            </a:extLst>
          </p:cNvPr>
          <p:cNvSpPr/>
          <p:nvPr/>
        </p:nvSpPr>
        <p:spPr>
          <a:xfrm>
            <a:off x="454488" y="190500"/>
            <a:ext cx="10458631" cy="96855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DA0211D-09BE-203E-7FCF-DBF66DE647BE}"/>
              </a:ext>
            </a:extLst>
          </p:cNvPr>
          <p:cNvCxnSpPr/>
          <p:nvPr/>
        </p:nvCxnSpPr>
        <p:spPr>
          <a:xfrm>
            <a:off x="454488" y="5320709"/>
            <a:ext cx="1045863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A43A082-473D-D8AF-CF34-DF284B828003}"/>
              </a:ext>
            </a:extLst>
          </p:cNvPr>
          <p:cNvSpPr txBox="1"/>
          <p:nvPr/>
        </p:nvSpPr>
        <p:spPr>
          <a:xfrm>
            <a:off x="465071" y="190500"/>
            <a:ext cx="878454" cy="83099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A</a:t>
            </a:r>
            <a:endParaRPr lang="en-IL" sz="48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F04247-49BE-B496-E33B-B7B3A4447D4B}"/>
              </a:ext>
            </a:extLst>
          </p:cNvPr>
          <p:cNvSpPr txBox="1"/>
          <p:nvPr/>
        </p:nvSpPr>
        <p:spPr>
          <a:xfrm>
            <a:off x="10041230" y="5320709"/>
            <a:ext cx="878454" cy="83099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B</a:t>
            </a:r>
            <a:endParaRPr lang="en-IL" sz="4800" dirty="0"/>
          </a:p>
        </p:txBody>
      </p:sp>
    </p:spTree>
    <p:extLst>
      <p:ext uri="{BB962C8B-B14F-4D97-AF65-F5344CB8AC3E}">
        <p14:creationId xmlns:p14="http://schemas.microsoft.com/office/powerpoint/2010/main" val="3403363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4486</TotalTime>
  <Words>122</Words>
  <Application>Microsoft Office PowerPoint</Application>
  <PresentationFormat>Custom</PresentationFormat>
  <Paragraphs>65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Tel Aviv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Amit Kessel</dc:creator>
  <cp:lastModifiedBy>Rachel Kolodny</cp:lastModifiedBy>
  <cp:revision>99</cp:revision>
  <dcterms:created xsi:type="dcterms:W3CDTF">2021-12-30T15:59:13Z</dcterms:created>
  <dcterms:modified xsi:type="dcterms:W3CDTF">2022-07-25T06:31:37Z</dcterms:modified>
</cp:coreProperties>
</file>