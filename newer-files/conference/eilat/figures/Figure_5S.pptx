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9FE3-F278-0C6F-E135-CF32EAD1A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D7AC0-CFB7-3359-DE3D-D98031C1B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D70E2-DE3B-634C-2E64-305F6580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04697-0DFD-9CB5-AB35-65EF97D0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20501-588D-CB94-7089-397FC5D8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333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4982-96A9-4A7A-A66B-153E94FD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5B507-A86D-BE6F-D23C-DE1AEC204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A9611-4EC1-F119-421F-265EA158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AABF6-9C03-1F8F-14C6-9CBA578D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907B5-86F8-B2D8-478E-8362D78B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5142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1C61-2E9E-5C7E-1934-2F0E7C1DE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7ED30-64B9-CEF8-9415-841490F03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54BDE-4525-3D78-B8A1-D868E0EBC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39599-E901-FE0D-DB47-EAAF695F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2D7C4-8D6D-C7CF-0BF8-661245B8E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055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977F-2F56-2A7C-1958-D9225207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75883-4162-2A3B-ACEC-57F30B994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7B9DB-579B-D79D-8B2B-FD16F26CA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D976F-F560-4076-4E56-AF7137FA2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CBC57-6204-EF2B-6CA5-AC01D689C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629BB-B4AE-B616-E782-C0F9630FC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9923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041F3-0504-2630-958C-32AF95FCE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0E5DE-82A3-6831-E415-98ED61179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6A776-856D-EFF9-6572-C5C2E7DA4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6A4EF-8B73-5F5A-CBB6-5DF762C7D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7D67F-DE79-80E8-8692-848EFD4F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9C3E0-434B-7F48-76D8-AC959250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9F504-D93B-4078-8E9F-C734D6B75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4951D-FAF0-F019-82E0-586CE053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156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AC82C-5060-9A1D-0DC4-7036FEC8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E54CA-E603-CA6F-EB65-413C39A0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5A62F-1645-786B-2746-DB1CDF91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87C86-3601-9224-CBD4-FFEF916DD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293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0B567-B879-A167-6427-0F6E27131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073B59-EBAF-B17D-4724-F1F0EC0E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35D72-A132-C671-75EA-8F343450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999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7BF59-A9EA-9E32-51BB-10512344C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D0B5-1FA6-A0B9-4FC3-D9A99450A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A93D7-7EE0-7ED4-7E3A-2B6BB76B2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8D27A-1042-9658-6E88-7FCA18892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C9F07-E901-F6D2-5EA1-2644D009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FF223-71A0-52BE-E623-864777D22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294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D853-BBD0-A68A-7311-C961C0624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2E5328-D997-D4BF-2F33-DC92971C9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8374C-ED1A-73A2-C72C-293F76025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F4067-405E-9D61-BA41-7B1CAC77D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F6437-4466-4829-68B3-104343B22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0EEA0-2B30-79A5-4679-54BBB6A5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5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4FF27-E0BC-9D8A-4F97-72206EF5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0895A-6E0A-27C9-4309-BCE2D4B47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70A3B-14F7-4BE4-3B56-83E4E47F4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B375F-4624-490B-164A-E5105CC3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1D6A4-B5BF-2E7F-D79B-9529D47CF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384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5201E-9D30-2FC2-E633-737AAABDA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D9293-1C9B-BAF9-BA2E-40A52F9E5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71534-7554-8A5F-0A2D-DC387E78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F661-0D97-ED99-9EFA-9BE0C5A4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D98A8-DCB6-5F7D-5624-A4A36DF2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8904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8B1D1-9F68-BF2B-604E-E23BA3F50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AE621-E84B-0034-43BD-8FB091F93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BC0C8-6993-34D2-48DA-84D4F019E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69C6A-2296-4603-9FF6-9558E25DEAA0}" type="datetimeFigureOut">
              <a:rPr lang="en-IL" smtClean="0"/>
              <a:t>30/06/2022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6F768-9D82-E2CA-6EEC-37C7746FB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F5AE1-5D38-BB83-BB13-4A14EAE6A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FD0C4-3C00-445B-B42E-2517C242CDE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5080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1F8806-1DCA-0C63-70C8-B40B70896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66" t="3845" r="20954" b="9199"/>
          <a:stretch/>
        </p:blipFill>
        <p:spPr>
          <a:xfrm>
            <a:off x="231433" y="257129"/>
            <a:ext cx="2485321" cy="2417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D26DEF-4E17-1230-0FA9-F0048A2B0A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56" t="-2031" r="28232" b="14075"/>
          <a:stretch/>
        </p:blipFill>
        <p:spPr>
          <a:xfrm>
            <a:off x="8523333" y="78395"/>
            <a:ext cx="2280745" cy="2580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0B7A17-F80B-49ED-0027-5FDB8F61B5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803" t="-172" r="27506" b="12486"/>
          <a:stretch/>
        </p:blipFill>
        <p:spPr>
          <a:xfrm>
            <a:off x="381017" y="3598263"/>
            <a:ext cx="2186151" cy="25724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786061-453E-F669-64DF-EC2A1CF51E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239" t="12253" r="25422" b="-1999"/>
          <a:stretch/>
        </p:blipFill>
        <p:spPr>
          <a:xfrm>
            <a:off x="4750872" y="3321441"/>
            <a:ext cx="3142593" cy="35104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91AD71-4285-C875-6543-DB4BEDCC5E6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397" r="16028" b="8874"/>
          <a:stretch/>
        </p:blipFill>
        <p:spPr>
          <a:xfrm>
            <a:off x="4500204" y="91598"/>
            <a:ext cx="2836218" cy="26733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5016D77-34CB-A123-DCDF-0A0CADE3B7AE}"/>
              </a:ext>
            </a:extLst>
          </p:cNvPr>
          <p:cNvSpPr txBox="1"/>
          <p:nvPr/>
        </p:nvSpPr>
        <p:spPr>
          <a:xfrm>
            <a:off x="2059212" y="2519478"/>
            <a:ext cx="1755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none" dirty="0">
                <a:effectLst/>
              </a:rPr>
              <a:t>B0VXB0_CALJA</a:t>
            </a:r>
          </a:p>
          <a:p>
            <a:r>
              <a:rPr lang="en-US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Callithrix jacchus</a:t>
            </a:r>
            <a:endParaRPr lang="en-US" i="1" u="none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FC1E09-0B94-2A7D-BFE8-2A5EBDAE4BC5}"/>
              </a:ext>
            </a:extLst>
          </p:cNvPr>
          <p:cNvSpPr txBox="1"/>
          <p:nvPr/>
        </p:nvSpPr>
        <p:spPr>
          <a:xfrm>
            <a:off x="7811462" y="5511550"/>
            <a:ext cx="23983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A0A1D5QNK2_MACMU</a:t>
            </a:r>
          </a:p>
          <a:p>
            <a:r>
              <a:rPr lang="en-US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Macaca mulatta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6119FC-7647-FAEF-CF53-9453091CD02F}"/>
              </a:ext>
            </a:extLst>
          </p:cNvPr>
          <p:cNvSpPr txBox="1"/>
          <p:nvPr/>
        </p:nvSpPr>
        <p:spPr>
          <a:xfrm>
            <a:off x="6097256" y="2519478"/>
            <a:ext cx="22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B1MT73_PLEMO</a:t>
            </a:r>
          </a:p>
          <a:p>
            <a:r>
              <a:rPr lang="en-US" b="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Plecturocebus</a:t>
            </a:r>
            <a:r>
              <a:rPr lang="en-US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moloch</a:t>
            </a:r>
            <a:endParaRPr lang="en-IL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D5C823-BDB7-988E-C139-6E65B6EE9D97}"/>
              </a:ext>
            </a:extLst>
          </p:cNvPr>
          <p:cNvSpPr txBox="1"/>
          <p:nvPr/>
        </p:nvSpPr>
        <p:spPr>
          <a:xfrm>
            <a:off x="9976180" y="2519478"/>
            <a:ext cx="22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B1MT94_PLEMO</a:t>
            </a:r>
            <a:endParaRPr lang="en-US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b="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Plecturocebus</a:t>
            </a:r>
            <a:r>
              <a:rPr lang="en-US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moloch</a:t>
            </a:r>
            <a:endParaRPr lang="en-IL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145DDE-ED33-CB57-15CA-425C94924930}"/>
              </a:ext>
            </a:extLst>
          </p:cNvPr>
          <p:cNvSpPr txBox="1"/>
          <p:nvPr/>
        </p:nvSpPr>
        <p:spPr>
          <a:xfrm>
            <a:off x="2581223" y="5511550"/>
            <a:ext cx="2372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B1MT76_PLEMO</a:t>
            </a:r>
            <a:endParaRPr lang="en-US" i="1" dirty="0"/>
          </a:p>
          <a:p>
            <a:r>
              <a:rPr lang="en-US" b="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Plecturocebus</a:t>
            </a:r>
            <a:r>
              <a:rPr lang="en-US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moloch</a:t>
            </a:r>
            <a:r>
              <a:rPr lang="en-US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dirty="0"/>
              <a:t> </a:t>
            </a:r>
            <a:endParaRPr lang="en-IL" dirty="0"/>
          </a:p>
        </p:txBody>
      </p:sp>
      <p:pic>
        <p:nvPicPr>
          <p:cNvPr id="26" name="Picture 25" descr="Chart&#10;&#10;Description automatically generated with low confidence">
            <a:extLst>
              <a:ext uri="{FF2B5EF4-FFF2-40B4-BE49-F238E27FC236}">
                <a16:creationId xmlns:a16="http://schemas.microsoft.com/office/drawing/2014/main" id="{63287315-FF38-04A0-CA5E-F82DF41AEB3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25" t="12682" r="9052" b="53554"/>
          <a:stretch/>
        </p:blipFill>
        <p:spPr>
          <a:xfrm>
            <a:off x="2750664" y="493090"/>
            <a:ext cx="1032662" cy="1084013"/>
          </a:xfrm>
          <a:prstGeom prst="rect">
            <a:avLst/>
          </a:prstGeom>
        </p:spPr>
      </p:pic>
      <p:pic>
        <p:nvPicPr>
          <p:cNvPr id="28" name="Picture 27" descr="A picture containing fabric&#10;&#10;Description automatically generated">
            <a:extLst>
              <a:ext uri="{FF2B5EF4-FFF2-40B4-BE49-F238E27FC236}">
                <a16:creationId xmlns:a16="http://schemas.microsoft.com/office/drawing/2014/main" id="{88482FAD-BCCA-49E4-CCEE-E7591B6ED8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523" y="493090"/>
            <a:ext cx="1034908" cy="1041997"/>
          </a:xfrm>
          <a:prstGeom prst="rect">
            <a:avLst/>
          </a:prstGeom>
        </p:spPr>
      </p:pic>
      <p:pic>
        <p:nvPicPr>
          <p:cNvPr id="30" name="Picture 29" descr="A picture containing text, fabric&#10;&#10;Description automatically generated">
            <a:extLst>
              <a:ext uri="{FF2B5EF4-FFF2-40B4-BE49-F238E27FC236}">
                <a16:creationId xmlns:a16="http://schemas.microsoft.com/office/drawing/2014/main" id="{C5747159-418F-0A4D-84B2-818F93269B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150" y="493089"/>
            <a:ext cx="1056469" cy="1041997"/>
          </a:xfrm>
          <a:prstGeom prst="rect">
            <a:avLst/>
          </a:prstGeom>
        </p:spPr>
      </p:pic>
      <p:pic>
        <p:nvPicPr>
          <p:cNvPr id="32" name="Picture 31" descr="A picture containing text, fabric&#10;&#10;Description automatically generated">
            <a:extLst>
              <a:ext uri="{FF2B5EF4-FFF2-40B4-BE49-F238E27FC236}">
                <a16:creationId xmlns:a16="http://schemas.microsoft.com/office/drawing/2014/main" id="{68B7116D-5A02-AAFA-07EF-1C4E810D15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094" y="4379643"/>
            <a:ext cx="1009645" cy="1009645"/>
          </a:xfrm>
          <a:prstGeom prst="rect">
            <a:avLst/>
          </a:prstGeom>
        </p:spPr>
      </p:pic>
      <p:pic>
        <p:nvPicPr>
          <p:cNvPr id="34" name="Picture 33" descr="A picture containing text, fabric&#10;&#10;Description automatically generated">
            <a:extLst>
              <a:ext uri="{FF2B5EF4-FFF2-40B4-BE49-F238E27FC236}">
                <a16:creationId xmlns:a16="http://schemas.microsoft.com/office/drawing/2014/main" id="{F35EB137-7531-C059-9B2C-0A0C7F676D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236" y="3438544"/>
            <a:ext cx="1887393" cy="190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64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Kolodny</dc:creator>
  <cp:lastModifiedBy>Rachel Kolodny</cp:lastModifiedBy>
  <cp:revision>2</cp:revision>
  <dcterms:created xsi:type="dcterms:W3CDTF">2022-06-30T13:37:59Z</dcterms:created>
  <dcterms:modified xsi:type="dcterms:W3CDTF">2022-06-30T14:09:42Z</dcterms:modified>
</cp:coreProperties>
</file>